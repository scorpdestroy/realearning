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28"/>
  </p:notesMasterIdLst>
  <p:sldIdLst>
    <p:sldId id="538" r:id="rId3"/>
    <p:sldId id="545" r:id="rId11"/>
    <p:sldId id="547" r:id="rId12"/>
    <p:sldId id="548" r:id="rId13"/>
    <p:sldId id="281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61AC"/>
    <a:srgbClr val="1864B0"/>
    <a:srgbClr val="F5F8F9"/>
    <a:srgbClr val="D7040D"/>
    <a:srgbClr val="F6F8FA"/>
    <a:srgbClr val="000000"/>
    <a:srgbClr val="2A86E2"/>
    <a:srgbClr val="FEF5F6"/>
    <a:srgbClr val="D60A15"/>
    <a:srgbClr val="86B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0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3054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22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6AD3E-D4E2-460A-81E1-57A20C9B450A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D3061-9593-44D4-A63C-E5B85802C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609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D5656C-9098-495A-B384-ED28FBC6162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406751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3AAE5A-F614-47DE-A925-E1F7D2473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71A44C-D8F6-4830-9878-DF7D49655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6B97BC-6465-443A-9026-4FA63751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70EC-860E-4C78-AD71-541469ED0376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DCBCEE-4208-4DA9-8B82-196D8D44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95572C-FB11-40AD-87F0-1A1D00147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398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1DEE6-B82F-4E8F-B683-27BD09713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5A8030-AC05-4EE2-AD37-CF062FC83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6FCF93-FCBC-4D60-9E45-06432BA11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6D5C-05C2-42FE-862B-01C977FD93D1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EA734A-F88D-49F7-BDCA-211FA5F8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1B4103-3469-42CA-94D1-F80CF80A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43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9ECA7-D242-4F4B-ABD4-F901728E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7ED342-9C06-4F47-AC1E-6C3E06161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228353-B0F3-4F39-B010-E50FDF485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6F90E-6AF7-42E0-87D2-F1FD3E84A1C0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841A63-BE40-478A-8242-551209949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B8D7AB-7758-4364-B334-84AF62E0A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72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1AF773-EE69-4A0D-97F3-669813B1B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5F3297-55C6-44DF-B10B-9FAD12125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EC04DC-CAF2-42D0-9CA1-1E5D0963F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404C13-2580-4E34-8EEC-70509094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4E1B-7144-4401-B52E-C6BACF4BA89E}" type="datetime1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C81E36-FA43-4FC3-9414-19E79BF99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3B18DF-7240-4AE3-B44F-3100BF00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88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DC380E-1C0E-4261-9F50-4DB085798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72E56F-D9BA-4443-AE1B-64A47027C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AE6378-7C5F-49A0-9335-AD01E52EC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26DB0C0-41EF-4B7F-9E18-EACD736AD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25EC559-9169-4628-9831-253D216BF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724FB6F-AB6C-40B1-976B-E05C8165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75B63-DCEA-496E-B35D-EFD293917B6B}" type="datetime1">
              <a:rPr lang="ru-RU" smtClean="0"/>
              <a:t>09.06.2026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C546BB4-CC8E-40BC-98A5-84325FDFB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D3F3243-51B4-495F-A6E4-2471B516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864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1C8E23-520B-4266-AE1D-67F5C8035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6861DFA-05E8-40F2-87DB-DE52D670E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A11B-C75E-4D47-AC56-12CD7873E1A0}" type="datetime1">
              <a:rPr lang="ru-RU" smtClean="0"/>
              <a:t>09.06.2026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DF3A2F-3ADD-4CD8-99D7-DEA267EC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A32A016-787A-452C-AD51-804ED744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757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49DE22-7D5A-492D-807B-1EF1506EC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F4037-9687-4A27-90D2-2E770288A671}" type="datetime1">
              <a:rPr lang="ru-RU" smtClean="0"/>
              <a:t>09.06.2026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C5C5DE3-3CD1-4D00-B5D9-ED89E3474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3B6BFC-1181-4C12-A6ED-4943ED8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4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6ED9C-7A1F-4C74-B103-B0A5F573A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1FEA02-F3B8-4604-B3CD-F37D00638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0EBB1FC-69DD-4CC8-878B-891D4FA43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95EA34-2DA7-4A49-BE55-18622FB6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46E46-8C15-49B3-B8F5-AA54675B90B4}" type="datetime1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CB8E1C-FEB6-47AC-9459-30510A46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7E426A-EB1A-4D59-82FE-374740DB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398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AFEAA4-6C64-4161-AA73-00EA1C32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A302402-212F-4EDD-8015-9E1F0D9322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E9C9A8-052E-4069-9CF2-353192E72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45B972-56A0-4D71-9188-451F4E48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97FA6-29B7-4EB9-959E-3C9277D70070}" type="datetime1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2DF97E-2FE8-4511-8E93-B5E7A4B80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237234-01F2-4C2F-AEC9-5711340A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935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C598B-E1C9-453A-85FA-2FC629BE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8BB4E1-B5B6-4FA2-B655-F0DCFC409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D1576D-4B86-47F6-B944-CDAE43B3F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71D3-5B33-46CE-8E6E-9584A60344DD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04B19F-BB5E-4517-ABDF-DF12AD5C0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E7DD52-4E01-4F36-8126-6B0E60AB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557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D2601C4-7CE6-4F44-81AA-A4A3E222D2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C2ABB75-E830-4124-8194-5F16365F9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B15BE6-1F4B-455D-837B-3AC931907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9182D-0122-4295-B86E-9E770C731C90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D10EB3-2304-46EA-B4B7-75D434FFF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206F26-F674-45D9-93AE-0D23577E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92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0410"/>
            <a:ext cx="12192000" cy="341502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2166551" y="923367"/>
            <a:ext cx="1639330" cy="3080222"/>
          </a:xfrm>
          <a:custGeom>
            <a:avLst/>
            <a:gdLst>
              <a:gd name="connsiteX0" fmla="*/ 0 w 1639330"/>
              <a:gd name="connsiteY0" fmla="*/ 0 h 3080222"/>
              <a:gd name="connsiteX1" fmla="*/ 157778 w 1639330"/>
              <a:gd name="connsiteY1" fmla="*/ 0 h 3080222"/>
              <a:gd name="connsiteX2" fmla="*/ 1639330 w 1639330"/>
              <a:gd name="connsiteY2" fmla="*/ 220146 h 3080222"/>
              <a:gd name="connsiteX3" fmla="*/ 1639330 w 1639330"/>
              <a:gd name="connsiteY3" fmla="*/ 3080222 h 3080222"/>
              <a:gd name="connsiteX4" fmla="*/ 0 w 1639330"/>
              <a:gd name="connsiteY4" fmla="*/ 3035203 h 3080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9330" h="3080222">
                <a:moveTo>
                  <a:pt x="0" y="0"/>
                </a:moveTo>
                <a:lnTo>
                  <a:pt x="157778" y="0"/>
                </a:lnTo>
                <a:lnTo>
                  <a:pt x="1639330" y="220146"/>
                </a:lnTo>
                <a:lnTo>
                  <a:pt x="1639330" y="3080222"/>
                </a:lnTo>
                <a:lnTo>
                  <a:pt x="0" y="303520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C85D30-5662-4059-9254-835C42DAC22A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E2BD65-140D-42F5-B002-2F5DD63D6745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ADECD71-0B34-4AC1-B5B5-14DAC525E7AF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FF67841-85ED-4314-8393-618A675114E1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1AF8B5-D34D-4E66-B9B5-139B5D3CD0FF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83348-F40A-4BD3-A94B-F2B392E1CEFE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A8A36B-3BBE-4E11-9F6E-8D12F9D5DD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105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6AEA03E-BE4E-43BF-90FC-57EB9D71643D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17DD059-C6C3-45B4-A12A-86D6CD711334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CAA0F7B-B554-47E5-B243-1281B3895A47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8C47FCE-827B-4292-BF2C-155065F9AF68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D97BAFF-1521-485F-8323-6DAFF973E959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0EEF0BE-FF2C-47FF-8F55-F2F2361C8C5C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DA0911-48E1-40C9-91F2-331E12C6E9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69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1924013" y="1457289"/>
            <a:ext cx="3146752" cy="4187053"/>
          </a:xfrm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7C853CE-DDE4-4358-9CFD-9B5C4ECD551D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63A2A69-8E81-40E7-8260-7A8E3B84E822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AE9C65-4E5F-451D-B38A-D233CFB09DB8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B3DEA22-C625-44C2-8EF5-1D8D5B618BBC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CFB73B-C0DD-4195-97E8-985491BBABE0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17C0BBD-A0AE-4606-BA36-70B4F939DA25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E96617-A544-42D5-B401-0EB725FC49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608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0410"/>
            <a:ext cx="4124965" cy="35956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124967" y="10410"/>
            <a:ext cx="4111829" cy="35956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236797" y="10410"/>
            <a:ext cx="3956817" cy="3595652"/>
          </a:xfrm>
        </p:spPr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3651ED4-0870-434D-8226-898E09BDA52F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0BA671A-728E-46E0-870F-DED05F16E650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2602E79-D8BC-43C8-87E9-F2E0BFA995C8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4FDA7C9-260E-48DE-9127-DADB310E5191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0D39F9-4CE6-473C-9A3B-6C882011CE59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124ACFE-6F21-40C6-A875-9C09389D9D6C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BA6820-AF7E-4A99-AA8B-5919CD7A60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574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0410"/>
            <a:ext cx="12192000" cy="4054596"/>
          </a:xfrm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E6820A0-09B4-4953-ADA1-B86B45D0D9D1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EE5AD0D-F2A2-4A15-8B2E-3C2FA92FD5DC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23AB2E-FC23-4700-B382-3649A2AC4AF7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EADBB0-BE6D-4962-A735-D11D16783D99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661CFD7-ADA5-4210-B6CB-5A67494C96E2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7BA1F2-DF1C-49C9-82E7-28B26AE34E18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FF47C7-4DDE-45BA-A64F-03462FEC0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3442976"/>
            <a:ext cx="12192000" cy="341502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5245435" y="2810828"/>
            <a:ext cx="1706394" cy="296651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251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2" y="2"/>
            <a:ext cx="8911527" cy="6858001"/>
          </a:xfrm>
          <a:custGeom>
            <a:avLst/>
            <a:gdLst>
              <a:gd name="connsiteX0" fmla="*/ 0 w 8911527"/>
              <a:gd name="connsiteY0" fmla="*/ 0 h 6858001"/>
              <a:gd name="connsiteX1" fmla="*/ 8911527 w 8911527"/>
              <a:gd name="connsiteY1" fmla="*/ 0 h 6858001"/>
              <a:gd name="connsiteX2" fmla="*/ 8911527 w 8911527"/>
              <a:gd name="connsiteY2" fmla="*/ 5633 h 6858001"/>
              <a:gd name="connsiteX3" fmla="*/ 6143 w 8911527"/>
              <a:gd name="connsiteY3" fmla="*/ 6858001 h 6858001"/>
              <a:gd name="connsiteX4" fmla="*/ 0 w 8911527"/>
              <a:gd name="connsiteY4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11527" h="6858001">
                <a:moveTo>
                  <a:pt x="0" y="0"/>
                </a:moveTo>
                <a:lnTo>
                  <a:pt x="8911527" y="0"/>
                </a:lnTo>
                <a:lnTo>
                  <a:pt x="8911527" y="5633"/>
                </a:lnTo>
                <a:lnTo>
                  <a:pt x="6143" y="6858001"/>
                </a:lnTo>
                <a:lnTo>
                  <a:pt x="0" y="685800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9AEA8A-E1CD-4D09-A558-D99A290050D3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25A278F-D2A0-4AFA-B4AF-52467F2396A5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DDC2DDA-B8DB-4E05-A376-02896C5598D4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C7BAF0-9AA1-4BEB-8507-CFDDF6652A87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77FFE8F-A5C5-4476-B8B4-1F0E7FA26995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8050404-9DD4-46EC-8D0B-64A3BEDA138D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9998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/>
          <p:cNvSpPr>
            <a:spLocks noGrp="1"/>
          </p:cNvSpPr>
          <p:nvPr>
            <p:ph type="pic" sz="quarter" idx="10"/>
          </p:nvPr>
        </p:nvSpPr>
        <p:spPr>
          <a:xfrm>
            <a:off x="-3" y="-4"/>
            <a:ext cx="12192003" cy="4702628"/>
          </a:xfrm>
          <a:custGeom>
            <a:avLst/>
            <a:gdLst>
              <a:gd name="connsiteX0" fmla="*/ 0 w 12192002"/>
              <a:gd name="connsiteY0" fmla="*/ 0 h 4702628"/>
              <a:gd name="connsiteX1" fmla="*/ 12192002 w 12192002"/>
              <a:gd name="connsiteY1" fmla="*/ 0 h 4702628"/>
              <a:gd name="connsiteX2" fmla="*/ 12192002 w 12192002"/>
              <a:gd name="connsiteY2" fmla="*/ 3477435 h 4702628"/>
              <a:gd name="connsiteX3" fmla="*/ 256972 w 12192002"/>
              <a:gd name="connsiteY3" fmla="*/ 4702628 h 4702628"/>
              <a:gd name="connsiteX4" fmla="*/ 0 w 12192002"/>
              <a:gd name="connsiteY4" fmla="*/ 4702628 h 470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2" h="4702628">
                <a:moveTo>
                  <a:pt x="0" y="0"/>
                </a:moveTo>
                <a:lnTo>
                  <a:pt x="12192002" y="0"/>
                </a:lnTo>
                <a:lnTo>
                  <a:pt x="12192002" y="3477435"/>
                </a:lnTo>
                <a:lnTo>
                  <a:pt x="256972" y="4702628"/>
                </a:lnTo>
                <a:lnTo>
                  <a:pt x="0" y="470262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2F52FB2-B6E8-4DDF-8B59-38BBBE70912F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4EF2DC6-6304-4CFE-83A3-D6C9A7FE30B8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7982D7-8F5D-46A9-8B48-00C8BBB180CE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6BF3DD6-3623-4472-9C66-73DF299B6F77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980D2E2-45DD-418E-9815-7FF85E514E0D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189C213-9E9E-407D-9484-0AF2492B0761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D2B340-AB02-4287-8B1C-B115663516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824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115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738256"/>
          </a:xfrm>
        </p:spPr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A247F2B-11C0-449F-A25C-D824503BD347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6952CC8-7AC0-4157-85BE-836BAF286E46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407E77-DBD4-46A9-8744-69B7E5458DCE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E4C3996-B144-44F1-9AF4-7F0C84FA55A3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DC301F-165C-476F-BA1C-3FB771C17A2A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2B30282-2922-4AD4-A04B-229DE505350C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3F8210-9A8B-4585-AF0A-01214F406A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10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" y="1451614"/>
            <a:ext cx="10972800" cy="332569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2930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7" name="Rectangle 6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DFE284-9DD6-4208-9A64-BDE7429DF7E3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981E90-6B6E-43E0-95BA-EE8514CC63E3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9C7E5C1-0E39-4443-8795-2B6ADECFD0E1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C1EBA7A-9636-408B-88B2-FC751D10BE08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20992F1-18C4-4C6B-85F5-BAA2784A1F4D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217EEDA-F658-46BD-A029-8954FE3C51AD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B9D0AC7-0454-4873-A966-F1BAF320B6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920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0" y="1835151"/>
            <a:ext cx="6096000" cy="318769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1721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714613" y="1318188"/>
            <a:ext cx="4221623" cy="422162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3B3622-BD81-4A84-8A1B-8595E96AE0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817E76B-C3AF-4339-B7EE-5C5AAF394521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FDE8FF-69AB-4D05-8113-84A3500B925F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3DAB24-E568-4830-8920-9B67A5ADC5A8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FA5BC56-CE7F-464E-9B3B-496111C8276C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9B76B2E-754E-4845-9898-5C3315E21A95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3B31B87-BBE3-4252-AC8A-2BC01C7C2223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3573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6"/>
          <p:cNvSpPr>
            <a:spLocks noGrp="1"/>
          </p:cNvSpPr>
          <p:nvPr userDrawn="1">
            <p:ph type="body" sz="quarter" idx="10"/>
          </p:nvPr>
        </p:nvSpPr>
        <p:spPr>
          <a:xfrm>
            <a:off x="62930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C5E25C8-DE33-40D6-987A-EC7B87DB7327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41454DD-1ADF-4887-93DC-3F8D4D08A19F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D62A60B-DADD-48E5-80B4-DAE099702ADC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50F0241-E145-44D1-9A6B-1358A5AF2E52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1C5596-8397-414A-AFC0-85F28ABC0F13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F2FF3E1-0503-4CE4-8777-A604EF63A530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93D4B9F-43B8-4DA5-9258-3822B8CEF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20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6"/>
          <p:cNvSpPr>
            <a:spLocks noGrp="1"/>
          </p:cNvSpPr>
          <p:nvPr userDrawn="1">
            <p:ph type="body" sz="quarter" idx="10"/>
          </p:nvPr>
        </p:nvSpPr>
        <p:spPr>
          <a:xfrm>
            <a:off x="62930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4711700" y="1446213"/>
            <a:ext cx="2752725" cy="5411787"/>
          </a:xfrm>
        </p:spPr>
        <p:txBody>
          <a:bodyPr/>
          <a:lstStyle/>
          <a:p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9BC128B-1872-4198-AD89-ADBB3F3320D1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59C6778-FC71-4474-B48C-65BE1A15BE8B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39583BF-3C3F-48EC-8E91-257F81CAEB35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6CB7390-A9AE-49BA-9879-5AEC6E487F47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FC6959B-38BE-4F20-95D1-A8488E410FE7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A9061620-CA42-4EA8-8939-4231BB94F15A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66CD581-5A51-4ED5-AE27-D997E02151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3942877" y="1884784"/>
            <a:ext cx="2271312" cy="4958929"/>
          </a:xfrm>
        </p:spPr>
        <p:txBody>
          <a:bodyPr/>
          <a:lstStyle/>
          <a:p>
            <a:endParaRPr lang="en-US"/>
          </a:p>
        </p:txBody>
      </p:sp>
      <p:sp>
        <p:nvSpPr>
          <p:cNvPr id="44" name="Text Placeholder 6"/>
          <p:cNvSpPr>
            <a:spLocks noGrp="1"/>
          </p:cNvSpPr>
          <p:nvPr userDrawn="1">
            <p:ph type="body" sz="quarter" idx="10"/>
          </p:nvPr>
        </p:nvSpPr>
        <p:spPr>
          <a:xfrm>
            <a:off x="62930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5769847" y="1899071"/>
            <a:ext cx="2271312" cy="4958929"/>
          </a:xfrm>
        </p:spPr>
        <p:txBody>
          <a:bodyPr/>
          <a:lstStyle/>
          <a:p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A90B6B9-E33A-4953-B34A-20BE24D21B49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8F9F75A-83E4-4B39-9F4A-234AD45CFEE7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9B30BEB-52DD-4A84-93D4-419899A40F52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20B01A9-6C79-47B1-B677-967B2C96E932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83129EC-6CB1-441E-AC5B-7F409EF81219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846F8381-A3CF-4086-8AB8-17B33AB7D151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566B745-EFB6-43AC-A20D-CAEABC553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72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801138" y="1616991"/>
            <a:ext cx="2143676" cy="2099347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3616474" y="1616991"/>
            <a:ext cx="2143676" cy="2099347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431811" y="1616991"/>
            <a:ext cx="2143676" cy="2099347"/>
          </a:xfrm>
        </p:spPr>
        <p:txBody>
          <a:bodyPr/>
          <a:lstStyle/>
          <a:p>
            <a:endParaRPr lang="en-US"/>
          </a:p>
        </p:txBody>
      </p:sp>
      <p:sp>
        <p:nvSpPr>
          <p:cNvPr id="3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9247148" y="1616991"/>
            <a:ext cx="2143676" cy="2099347"/>
          </a:xfrm>
        </p:spPr>
        <p:txBody>
          <a:bodyPr/>
          <a:lstStyle/>
          <a:p>
            <a:endParaRPr lang="en-US"/>
          </a:p>
        </p:txBody>
      </p:sp>
      <p:sp>
        <p:nvSpPr>
          <p:cNvPr id="44" name="Text Placeholder 6"/>
          <p:cNvSpPr>
            <a:spLocks noGrp="1"/>
          </p:cNvSpPr>
          <p:nvPr userDrawn="1">
            <p:ph type="body" sz="quarter" idx="10"/>
          </p:nvPr>
        </p:nvSpPr>
        <p:spPr>
          <a:xfrm>
            <a:off x="62930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1CE855-4D14-4432-8967-B4CB81F49E2C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42B8ACD-9ADF-4F9B-A327-AC08A9975ADD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0AB73D2-661B-44E9-84F2-D3C0D79889CE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70B646B-E571-4256-9010-042FC125ECBC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472B605-3AAA-406D-B35F-D9903A6A5143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AC787B04-8C71-44FD-BE73-C688C844C7D1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FFDDBADD-FC82-4EE4-89EE-B1F6F02DE8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807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6"/>
          <p:cNvSpPr>
            <a:spLocks noGrp="1"/>
          </p:cNvSpPr>
          <p:nvPr userDrawn="1">
            <p:ph type="body" sz="quarter" idx="10"/>
          </p:nvPr>
        </p:nvSpPr>
        <p:spPr>
          <a:xfrm>
            <a:off x="62930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D1EC5C-685B-4115-8C24-A1337D0A5471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7364D36-1B51-40C9-B78F-FE19AAAA0FA4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0EF8DCF-F21D-414A-AD0E-ACB8AC856EF8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E6A7C38-523B-45AD-ABE0-4A6AFED92E4B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B220B86-3381-4744-9340-EDD4FDC7277C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D6893204-AF0F-44D4-B5CC-83ED7621DC5C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335FFA8-C897-40B8-AB40-94CEBDF9C5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61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870186" y="1557603"/>
            <a:ext cx="1262443" cy="1277516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US"/>
          </a:p>
        </p:txBody>
      </p:sp>
      <p:sp>
        <p:nvSpPr>
          <p:cNvPr id="66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921737" y="1557603"/>
            <a:ext cx="1262443" cy="1277516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US"/>
          </a:p>
        </p:txBody>
      </p:sp>
      <p:sp>
        <p:nvSpPr>
          <p:cNvPr id="6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8003277" y="1557603"/>
            <a:ext cx="1262443" cy="1277516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70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9164340" y="4810326"/>
            <a:ext cx="1262443" cy="1277516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71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6003391" y="4810326"/>
            <a:ext cx="1262443" cy="1277516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72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2137073" y="4810326"/>
            <a:ext cx="1262443" cy="1277516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44" name="Text Placeholder 6"/>
          <p:cNvSpPr>
            <a:spLocks noGrp="1"/>
          </p:cNvSpPr>
          <p:nvPr userDrawn="1">
            <p:ph type="body" sz="quarter" idx="10"/>
          </p:nvPr>
        </p:nvSpPr>
        <p:spPr>
          <a:xfrm>
            <a:off x="62930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D2587D5-3254-44A1-8B84-B1E11966AE28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6C3D48B-FE93-46F1-84B6-5953BDC67360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12B820B-D38D-44E3-B809-F8260F6339C5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F4EE133-2ABA-4B77-8322-7DE74FFE4BD4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A8A5D92-7F6E-4BD8-AF7D-EA493D30D623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61" name="Slide Number Placeholder 5">
            <a:extLst>
              <a:ext uri="{FF2B5EF4-FFF2-40B4-BE49-F238E27FC236}">
                <a16:creationId xmlns:a16="http://schemas.microsoft.com/office/drawing/2014/main" id="{F5B859E4-64B1-4195-B2BD-3B359865647F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ED857E90-73B2-49CD-A28C-AAF7308785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93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4031060" y="1945180"/>
            <a:ext cx="4141805" cy="2522809"/>
          </a:xfrm>
        </p:spPr>
        <p:txBody>
          <a:bodyPr/>
          <a:lstStyle/>
          <a:p>
            <a:endParaRPr lang="en-US"/>
          </a:p>
        </p:txBody>
      </p:sp>
      <p:grpSp>
        <p:nvGrpSpPr>
          <p:cNvPr id="2" name="Group 1"/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39" name="Rectangle 38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0" name="Rectangle 39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1" name="Rectangle 40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44" name="Text Placeholder 6"/>
          <p:cNvSpPr>
            <a:spLocks noGrp="1"/>
          </p:cNvSpPr>
          <p:nvPr userDrawn="1">
            <p:ph type="body" sz="quarter" idx="10"/>
          </p:nvPr>
        </p:nvSpPr>
        <p:spPr>
          <a:xfrm>
            <a:off x="62930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43" name="Slide Number Placeholder 5"/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163A117-C269-405A-ACE0-0CCF7F83E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74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9169035" y="2212376"/>
            <a:ext cx="1697847" cy="169784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320895" y="2212376"/>
            <a:ext cx="1697847" cy="1697847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915775" y="2212376"/>
            <a:ext cx="1697847" cy="1697847"/>
          </a:xfrm>
        </p:spPr>
        <p:txBody>
          <a:bodyPr/>
          <a:lstStyle/>
          <a:p>
            <a:endParaRPr lang="en-US"/>
          </a:p>
        </p:txBody>
      </p:sp>
      <p:sp>
        <p:nvSpPr>
          <p:cNvPr id="30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562962" y="2212376"/>
            <a:ext cx="1697847" cy="1697847"/>
          </a:xfrm>
        </p:spPr>
        <p:txBody>
          <a:bodyPr/>
          <a:lstStyle/>
          <a:p>
            <a:endParaRPr lang="en-US"/>
          </a:p>
        </p:txBody>
      </p:sp>
      <p:sp>
        <p:nvSpPr>
          <p:cNvPr id="44" name="Text Placeholder 6"/>
          <p:cNvSpPr>
            <a:spLocks noGrp="1"/>
          </p:cNvSpPr>
          <p:nvPr userDrawn="1">
            <p:ph type="body" sz="quarter" idx="10"/>
          </p:nvPr>
        </p:nvSpPr>
        <p:spPr>
          <a:xfrm>
            <a:off x="62930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4CE3EC6-599D-4A96-A2AE-0C1D6C99FC84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6F0A80E-23E8-4BCA-AA87-32C789F1DABE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514BCCC-5741-425F-A426-FF5CB8A2A25A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1340BF7-FECD-4023-A5B8-43C1C9B47D28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4C50449-8C13-4A70-BFE9-B4917C0DA7D4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799ED5DB-0DE3-41B2-816B-B84B12E51F08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CAE0A0C3-1C57-4578-A6FD-009B42838B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86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-1" y="1704975"/>
            <a:ext cx="6524625" cy="362902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5420709" y="2756246"/>
            <a:ext cx="6771291" cy="2578121"/>
          </a:xfrm>
        </p:spPr>
        <p:txBody>
          <a:bodyPr/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3FCE56E-A1F4-48C9-83B1-E7AE7D25F494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C035EA6-29AE-4614-87C6-54EEEC3B9DC5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33B4688-DEF0-42B3-972B-2F063A016C60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82CFF80-5CDC-442E-9122-9D684A38D840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E67585B-D6BD-485A-8C16-D6857B4DBE58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76DD763-768B-4976-B561-CB6C20B04A70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2B4531-B211-49A1-BAD0-DE5D8EE308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D267D1E9-6C82-4449-8F8F-CAA68C0AC2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06E301-8B72-4704-A25B-E681FE708960}"/>
              </a:ext>
            </a:extLst>
          </p:cNvPr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D3E53F8-254A-4331-B67F-D40530AD502C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F2D7CC4-EA9B-467D-AC4B-F5BD67EE9341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BF5F0DB-6FB3-46F4-926A-07140533F3B5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C15CCB3-75A2-4365-BE90-772DB50CD05F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13128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6"/>
          <p:cNvSpPr>
            <a:spLocks noGrp="1"/>
          </p:cNvSpPr>
          <p:nvPr userDrawn="1">
            <p:ph type="body" sz="quarter" idx="10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5267197" y="1351658"/>
            <a:ext cx="1657607" cy="1655806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3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9273030" y="3917636"/>
            <a:ext cx="1308679" cy="1305091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748771" y="3917636"/>
            <a:ext cx="1308679" cy="1305091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33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4145126" y="3917636"/>
            <a:ext cx="1308679" cy="1305091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34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645654" y="3917636"/>
            <a:ext cx="1308679" cy="1305091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0D47AA7-CE5B-4280-8BEB-AAA1178A8A70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DCDD907-5DE2-4338-ACD1-F95D8ADB348A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FB8EEDD-E6E2-4C0C-B489-59FA3325CBE2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03E39FC-4422-41D1-8D21-0AE293FD77E3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A4AC54D-488D-40C9-83A5-83678C730638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BB0AA1AC-B0C5-4F2F-ACC2-A8F4951260D7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E1C12BB7-C127-44B5-800A-5AA7F84F30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327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49"/>
          <p:cNvSpPr>
            <a:spLocks noGrp="1"/>
          </p:cNvSpPr>
          <p:nvPr>
            <p:ph type="pic" sz="quarter" idx="13"/>
          </p:nvPr>
        </p:nvSpPr>
        <p:spPr>
          <a:xfrm>
            <a:off x="10358" y="2329756"/>
            <a:ext cx="12171287" cy="3262714"/>
          </a:xfrm>
          <a:custGeom>
            <a:avLst/>
            <a:gdLst>
              <a:gd name="connsiteX0" fmla="*/ 6085643 w 12171286"/>
              <a:gd name="connsiteY0" fmla="*/ 0 h 3262714"/>
              <a:gd name="connsiteX1" fmla="*/ 7578497 w 12171286"/>
              <a:gd name="connsiteY1" fmla="*/ 996359 h 3262714"/>
              <a:gd name="connsiteX2" fmla="*/ 7579257 w 12171286"/>
              <a:gd name="connsiteY2" fmla="*/ 998823 h 3262714"/>
              <a:gd name="connsiteX3" fmla="*/ 12171286 w 12171286"/>
              <a:gd name="connsiteY3" fmla="*/ 998823 h 3262714"/>
              <a:gd name="connsiteX4" fmla="*/ 12171286 w 12171286"/>
              <a:gd name="connsiteY4" fmla="*/ 2248100 h 3262714"/>
              <a:gd name="connsiteX5" fmla="*/ 7584125 w 12171286"/>
              <a:gd name="connsiteY5" fmla="*/ 2248100 h 3262714"/>
              <a:gd name="connsiteX6" fmla="*/ 7578497 w 12171286"/>
              <a:gd name="connsiteY6" fmla="*/ 2266355 h 3262714"/>
              <a:gd name="connsiteX7" fmla="*/ 6085643 w 12171286"/>
              <a:gd name="connsiteY7" fmla="*/ 3262714 h 3262714"/>
              <a:gd name="connsiteX8" fmla="*/ 4592790 w 12171286"/>
              <a:gd name="connsiteY8" fmla="*/ 2266355 h 3262714"/>
              <a:gd name="connsiteX9" fmla="*/ 4587162 w 12171286"/>
              <a:gd name="connsiteY9" fmla="*/ 2248100 h 3262714"/>
              <a:gd name="connsiteX10" fmla="*/ 0 w 12171286"/>
              <a:gd name="connsiteY10" fmla="*/ 2248100 h 3262714"/>
              <a:gd name="connsiteX11" fmla="*/ 0 w 12171286"/>
              <a:gd name="connsiteY11" fmla="*/ 998823 h 3262714"/>
              <a:gd name="connsiteX12" fmla="*/ 4592030 w 12171286"/>
              <a:gd name="connsiteY12" fmla="*/ 998823 h 3262714"/>
              <a:gd name="connsiteX13" fmla="*/ 4592790 w 12171286"/>
              <a:gd name="connsiteY13" fmla="*/ 996359 h 3262714"/>
              <a:gd name="connsiteX14" fmla="*/ 6085643 w 12171286"/>
              <a:gd name="connsiteY14" fmla="*/ 0 h 3262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71286" h="3262714">
                <a:moveTo>
                  <a:pt x="6085643" y="0"/>
                </a:moveTo>
                <a:cubicBezTo>
                  <a:pt x="6756742" y="0"/>
                  <a:pt x="7332541" y="410840"/>
                  <a:pt x="7578497" y="996359"/>
                </a:cubicBezTo>
                <a:lnTo>
                  <a:pt x="7579257" y="998823"/>
                </a:lnTo>
                <a:lnTo>
                  <a:pt x="12171286" y="998823"/>
                </a:lnTo>
                <a:lnTo>
                  <a:pt x="12171286" y="2248100"/>
                </a:lnTo>
                <a:lnTo>
                  <a:pt x="7584125" y="2248100"/>
                </a:lnTo>
                <a:lnTo>
                  <a:pt x="7578497" y="2266355"/>
                </a:lnTo>
                <a:cubicBezTo>
                  <a:pt x="7332541" y="2851874"/>
                  <a:pt x="6756742" y="3262714"/>
                  <a:pt x="6085643" y="3262714"/>
                </a:cubicBezTo>
                <a:cubicBezTo>
                  <a:pt x="5414545" y="3262714"/>
                  <a:pt x="4838746" y="2851874"/>
                  <a:pt x="4592790" y="2266355"/>
                </a:cubicBezTo>
                <a:lnTo>
                  <a:pt x="4587162" y="2248100"/>
                </a:lnTo>
                <a:lnTo>
                  <a:pt x="0" y="2248100"/>
                </a:lnTo>
                <a:lnTo>
                  <a:pt x="0" y="998823"/>
                </a:lnTo>
                <a:lnTo>
                  <a:pt x="4592030" y="998823"/>
                </a:lnTo>
                <a:lnTo>
                  <a:pt x="4592790" y="996359"/>
                </a:lnTo>
                <a:cubicBezTo>
                  <a:pt x="4838746" y="410840"/>
                  <a:pt x="5414545" y="0"/>
                  <a:pt x="608564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id-ID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4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CED1315-A0A8-4988-BA83-2931077C602B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DAEEB97-78BA-4798-AC7E-0A618EF8C05D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E6500A5-2F97-4AA2-9299-0EEBBBFAF971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BACF7CC-3B28-4409-859E-16B78E03E7B6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FE6AE78-53FB-47CC-BD0C-4EF4E074B22B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09612AA2-B5AC-4E68-ABE7-329221275BCC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52E00BA-746A-4A6D-9717-F6916A9144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299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751814" y="2758023"/>
            <a:ext cx="2786135" cy="2807858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4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F42C08-08BF-4736-B654-5224E762F541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5AE76A-D814-4078-97BE-2CE22CADF6AE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B152CF-9FFD-4012-AF68-DCECDF93FFF3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1EDE850-E2A3-4151-931B-A5260FA2F00E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85FCE66-3F0B-40E5-A983-96459DC24549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E8526FEA-B544-49AC-8639-9F44097C0739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7724CD-5306-4063-B425-18AEFE3013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56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icture Placeholder 51"/>
          <p:cNvSpPr>
            <a:spLocks noGrp="1"/>
          </p:cNvSpPr>
          <p:nvPr>
            <p:ph type="pic" sz="quarter" idx="11"/>
          </p:nvPr>
        </p:nvSpPr>
        <p:spPr>
          <a:xfrm rot="18900000">
            <a:off x="-473213" y="1277160"/>
            <a:ext cx="13503649" cy="4678030"/>
          </a:xfrm>
          <a:custGeom>
            <a:avLst/>
            <a:gdLst>
              <a:gd name="connsiteX0" fmla="*/ 9526855 w 13503649"/>
              <a:gd name="connsiteY0" fmla="*/ 0 h 4678030"/>
              <a:gd name="connsiteX1" fmla="*/ 13503649 w 13503649"/>
              <a:gd name="connsiteY1" fmla="*/ 3976795 h 4678030"/>
              <a:gd name="connsiteX2" fmla="*/ 12802415 w 13503649"/>
              <a:gd name="connsiteY2" fmla="*/ 4678030 h 4678030"/>
              <a:gd name="connsiteX3" fmla="*/ 4488357 w 13503649"/>
              <a:gd name="connsiteY3" fmla="*/ 4678030 h 4678030"/>
              <a:gd name="connsiteX4" fmla="*/ 0 w 13503649"/>
              <a:gd name="connsiteY4" fmla="*/ 189673 h 4678030"/>
              <a:gd name="connsiteX5" fmla="*/ 189671 w 13503649"/>
              <a:gd name="connsiteY5" fmla="*/ 1 h 4678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503649" h="4678030">
                <a:moveTo>
                  <a:pt x="9526855" y="0"/>
                </a:moveTo>
                <a:lnTo>
                  <a:pt x="13503649" y="3976795"/>
                </a:lnTo>
                <a:lnTo>
                  <a:pt x="12802415" y="4678030"/>
                </a:lnTo>
                <a:lnTo>
                  <a:pt x="4488357" y="4678030"/>
                </a:lnTo>
                <a:lnTo>
                  <a:pt x="0" y="189673"/>
                </a:lnTo>
                <a:lnTo>
                  <a:pt x="189671" y="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id-ID" dirty="0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4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BEBCA7B-726E-4870-A298-D03C44B350F8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73E9027-632A-4E4B-8FBB-10090DE010E8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9B3596B-6E6F-4DDF-8413-B370AF5165D4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C4DF5E5-BAED-4488-BB92-0F6539615FD3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62D5657-B44A-4609-851D-92CA78ED4F54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F684CFD-8748-4008-8718-7136D7BE7C3B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25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4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551251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067624 h 6858000"/>
              <a:gd name="connsiteX3" fmla="*/ 6401624 w 12192000"/>
              <a:gd name="connsiteY3" fmla="*/ 6858000 h 6858000"/>
              <a:gd name="connsiteX4" fmla="*/ 0 w 12192000"/>
              <a:gd name="connsiteY4" fmla="*/ 6858000 h 6858000"/>
              <a:gd name="connsiteX5" fmla="*/ 0 w 12192000"/>
              <a:gd name="connsiteY5" fmla="*/ 6551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6551251" y="0"/>
                </a:moveTo>
                <a:lnTo>
                  <a:pt x="12192000" y="0"/>
                </a:lnTo>
                <a:lnTo>
                  <a:pt x="12192000" y="1067624"/>
                </a:lnTo>
                <a:lnTo>
                  <a:pt x="6401624" y="6858000"/>
                </a:lnTo>
                <a:lnTo>
                  <a:pt x="0" y="6858000"/>
                </a:lnTo>
                <a:lnTo>
                  <a:pt x="0" y="6551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02320F1-E31E-452C-96C5-3BEDB782EED3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0E173EF-CA12-4863-A788-1C6ACD233608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13D0C0F-A7A8-492C-9ADA-204700234798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7725E1A-A0C5-4750-8F41-FC631CFD4A4A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755029-5A72-43D3-A3D1-0CB672689104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06C18F20-9DB7-47D4-A3D9-FAB3FDF6149E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722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036136" y="1831398"/>
            <a:ext cx="1800000" cy="180046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5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493605" y="1831398"/>
            <a:ext cx="1800000" cy="180046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493605" y="4105115"/>
            <a:ext cx="1800000" cy="180046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5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040231" y="4105115"/>
            <a:ext cx="1800000" cy="180046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44" name="Text Placeholder 6"/>
          <p:cNvSpPr>
            <a:spLocks noGrp="1"/>
          </p:cNvSpPr>
          <p:nvPr userDrawn="1">
            <p:ph type="body" sz="quarter" idx="10"/>
          </p:nvPr>
        </p:nvSpPr>
        <p:spPr>
          <a:xfrm>
            <a:off x="62930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4BC06E3-FD6C-463C-AF5B-B583DA22D1C1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C49FFF9-A629-4ED6-BB94-D36698739D4E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505630A-4B09-48FD-A486-2CDD33A3C0CF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48E9DBF-9A3F-42BD-9D0D-1323318778AD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6846CDA-B4B7-4C48-B659-6BB2C16BD7E5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F917641B-67C7-44DE-8385-48BCF7F63F11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418BAC0-4A8C-4E72-8616-74008A4AC3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093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006846" y="2505999"/>
            <a:ext cx="1646457" cy="1656214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026629" y="2505999"/>
            <a:ext cx="1646457" cy="1656214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982186" y="3429000"/>
            <a:ext cx="1661093" cy="165621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1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9500525" y="3429000"/>
            <a:ext cx="1656215" cy="165621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92B8CD8-F8E0-457D-A29E-543475622BDD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EA4C88F-4EBA-49A6-B877-1189A12B11FB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BAE5062-1E3D-4888-97AE-B7C0560D8FE1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1A48A05-FE70-4C51-8052-5A9162342B12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D9C2B82-3D97-41E4-8712-9DC88D59540E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A8BCCF12-642E-4C2A-BB11-110C45FD062C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F9C2193-7E37-4CFD-8140-BD7BB8F2B9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944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9349432" y="1889470"/>
            <a:ext cx="1606789" cy="1620001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270186" y="1889470"/>
            <a:ext cx="1606789" cy="1620001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5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3963810" y="1889470"/>
            <a:ext cx="1606789" cy="1620001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5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670646" y="1889470"/>
            <a:ext cx="1606789" cy="1620001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AF546C7-4EE0-45A6-B82D-985D009E20E3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73A48FB-BDB6-49A1-9170-245EB356123E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17F8627-52CD-498C-9DFD-7D4870994644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9D0C0BC-074E-4D87-B67B-07445F449DE0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CA4DAAF-EFAE-4BB9-ABA1-AD3E131ECAE9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62" name="Slide Number Placeholder 5">
            <a:extLst>
              <a:ext uri="{FF2B5EF4-FFF2-40B4-BE49-F238E27FC236}">
                <a16:creationId xmlns:a16="http://schemas.microsoft.com/office/drawing/2014/main" id="{FDFFDB42-EEE2-4DCA-AE70-D560DDD4D53D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808CA547-ACBA-4F12-BA65-0A1755CDDC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654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062287" y="1849761"/>
            <a:ext cx="1881888" cy="1860431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779403" y="1849761"/>
            <a:ext cx="1881888" cy="1860431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508216" y="1849761"/>
            <a:ext cx="1881888" cy="1860431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9225333" y="1849761"/>
            <a:ext cx="1881888" cy="1860431"/>
          </a:xfrm>
          <a:prstGeom prst="ellipse">
            <a:avLst/>
          </a:prstGeom>
        </p:spPr>
        <p:txBody>
          <a:bodyPr/>
          <a:lstStyle/>
          <a:p>
            <a:endParaRPr lang="id-ID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4761D86-B1F7-44E9-84D2-2E436B314580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F143CA9-969E-4BDA-9F4E-78EA52357C9A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886C7C1-883B-4079-B685-35712A993879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40A298-F2DB-4570-A6A6-0B2FD9D2E277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C2CD1BD-4043-441C-9CD7-7B8A0E08F97E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7D97973-EEEA-4C46-A93E-985871D2C8C0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BCA0602-8D47-4BF9-A06F-2D4E66C5B9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24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87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36">
          <p15:clr>
            <a:srgbClr val="FBAE40"/>
          </p15:clr>
        </p15:guide>
        <p15:guide id="6" orient="horz" pos="388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0024" cy="3434976"/>
          </a:xfrm>
        </p:spPr>
      </p:sp>
      <p:sp>
        <p:nvSpPr>
          <p:cNvPr id="60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6090024" y="3447537"/>
            <a:ext cx="6101976" cy="3410465"/>
          </a:xfrm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BBB368-F663-4B9F-BA58-18ACB81881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5852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29309" y="1533871"/>
            <a:ext cx="5446028" cy="2735838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650849" y="4385763"/>
            <a:ext cx="2424488" cy="1789482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14819" y="1533873"/>
            <a:ext cx="2787759" cy="1785041"/>
          </a:xfrm>
        </p:spPr>
        <p:txBody>
          <a:bodyPr/>
          <a:lstStyle/>
          <a:p>
            <a:endParaRPr lang="en-US"/>
          </a:p>
        </p:txBody>
      </p:sp>
      <p:sp>
        <p:nvSpPr>
          <p:cNvPr id="54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220599" y="3429000"/>
            <a:ext cx="5323703" cy="2746247"/>
          </a:xfrm>
        </p:spPr>
        <p:txBody>
          <a:bodyPr/>
          <a:lstStyle/>
          <a:p>
            <a:endParaRPr lang="en-US"/>
          </a:p>
        </p:txBody>
      </p:sp>
      <p:grpSp>
        <p:nvGrpSpPr>
          <p:cNvPr id="81" name="Group 80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82" name="Rectangle 81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3" name="Rectangle 82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4" name="Rectangle 83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9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6A66393-7A9B-4D85-AD31-654414EC6C4F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3E9B397-587D-4F3A-8225-BD70321B3A27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5669B72-270D-4BC4-84B8-6E71657E5715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5B2AA2F-EB23-412A-9EEA-8848DCCD7164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7F1AF15-7428-4E84-9514-15DADAA3237E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FCC82DED-2CCA-4F49-93C3-9E74D2E65722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1B3FC10-A7BC-4BDF-9894-453AF2B08C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6478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162031" y="1789986"/>
            <a:ext cx="2671813" cy="3484737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756204" y="1789986"/>
            <a:ext cx="2671813" cy="3484737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349502" y="1789986"/>
            <a:ext cx="2671813" cy="3484737"/>
          </a:xfrm>
        </p:spPr>
        <p:txBody>
          <a:bodyPr/>
          <a:lstStyle/>
          <a:p>
            <a:endParaRPr lang="en-US"/>
          </a:p>
        </p:txBody>
      </p:sp>
      <p:grpSp>
        <p:nvGrpSpPr>
          <p:cNvPr id="81" name="Group 80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82" name="Rectangle 81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3" name="Rectangle 82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4" name="Rectangle 83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9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1DFD18-ABB7-4D5A-8FDC-94E7345AFA0C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4E05CB1-4B9C-496D-9E0C-56862984A0D0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74EF3A6-C5CB-4BEA-A8BC-0A0301E85A13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C586A7D-117E-4503-A16E-5CC805A729C7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7191F3-B7CE-4F0A-B436-8017BCD34FAB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D88A7B07-8F66-47DF-9F1D-D75AD64D383E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271DC6D-78F8-47A3-8F3E-58F8322A5A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3149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4641520" y="2116442"/>
            <a:ext cx="2150577" cy="3675157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816383" y="2116442"/>
            <a:ext cx="2153179" cy="3675157"/>
          </a:xfrm>
        </p:spPr>
        <p:txBody>
          <a:bodyPr/>
          <a:lstStyle/>
          <a:p>
            <a:endParaRPr lang="en-US"/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8991245" y="2116442"/>
            <a:ext cx="2139019" cy="1519283"/>
          </a:xfrm>
        </p:spPr>
        <p:txBody>
          <a:bodyPr/>
          <a:lstStyle/>
          <a:p>
            <a:endParaRPr lang="en-US"/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8991245" y="3635723"/>
            <a:ext cx="2139019" cy="2155874"/>
          </a:xfrm>
        </p:spPr>
        <p:txBody>
          <a:bodyPr/>
          <a:lstStyle/>
          <a:p>
            <a:endParaRPr lang="en-US"/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1061736" y="3944039"/>
            <a:ext cx="3569656" cy="1847558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1061736" y="2116441"/>
            <a:ext cx="3569656" cy="1827598"/>
          </a:xfrm>
        </p:spPr>
        <p:txBody>
          <a:bodyPr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E8CF1F4-A372-4730-9FC7-939BB96F25B2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29BFC2-E661-4FEB-80BD-93780E52BCB8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741D428-D8C2-49A5-9241-0E12458FD8E4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6D0DDC4-675C-4A90-9EEA-392539EE2A01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FAA0A55-7867-48CD-940C-CE0ED9C6B009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B0E760-230A-41FE-944A-C4E459890E1F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776584-1835-4994-966C-1CD306B05C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980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2714837" y="1655946"/>
            <a:ext cx="1503876" cy="1503876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3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14837" y="4541539"/>
            <a:ext cx="1503876" cy="1503876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27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7972930" y="4541539"/>
            <a:ext cx="1503876" cy="1503876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26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7972930" y="1655946"/>
            <a:ext cx="1503876" cy="1503876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/>
          </a:p>
        </p:txBody>
      </p:sp>
      <p:grpSp>
        <p:nvGrpSpPr>
          <p:cNvPr id="91" name="Group 90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92" name="Rectangle 91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3" name="Rectangle 92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4" name="Rectangle 93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8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1CEC620-3009-4B25-9064-EEC59FD53DF3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8B0755D-D033-4690-8B0F-678F76448ECE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83EA5A0-56EB-462B-8686-95C9E69F4683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79096CD-11F9-455A-9583-DB61A5E40A5C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10480CC-1269-432A-9A03-047B06F2B991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F5C505BD-082D-4452-B453-17C372F5C580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E35E174-3BBD-41E1-9B2F-397CBDF9A8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45565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9220111" y="1855959"/>
            <a:ext cx="1919003" cy="1942663"/>
          </a:xfrm>
          <a:prstGeom prst="ellipse">
            <a:avLst/>
          </a:prstGeom>
        </p:spPr>
      </p:sp>
      <p:sp>
        <p:nvSpPr>
          <p:cNvPr id="87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050018" y="1858089"/>
            <a:ext cx="1936823" cy="1942664"/>
          </a:xfrm>
          <a:prstGeom prst="ellipse">
            <a:avLst/>
          </a:prstGeom>
        </p:spPr>
      </p:sp>
      <p:sp>
        <p:nvSpPr>
          <p:cNvPr id="88" name="Picture Placeholder 24"/>
          <p:cNvSpPr>
            <a:spLocks noGrp="1"/>
          </p:cNvSpPr>
          <p:nvPr>
            <p:ph type="pic" sz="quarter" idx="11"/>
          </p:nvPr>
        </p:nvSpPr>
        <p:spPr>
          <a:xfrm>
            <a:off x="3794017" y="1852693"/>
            <a:ext cx="1937915" cy="1918962"/>
          </a:xfrm>
          <a:prstGeom prst="ellipse">
            <a:avLst/>
          </a:prstGeom>
        </p:spPr>
      </p:sp>
      <p:sp>
        <p:nvSpPr>
          <p:cNvPr id="89" name="Picture Placeholder 25"/>
          <p:cNvSpPr>
            <a:spLocks noGrp="1"/>
          </p:cNvSpPr>
          <p:nvPr>
            <p:ph type="pic" sz="quarter" idx="12"/>
          </p:nvPr>
        </p:nvSpPr>
        <p:spPr>
          <a:xfrm>
            <a:off x="6589662" y="1899932"/>
            <a:ext cx="1923220" cy="1903270"/>
          </a:xfrm>
          <a:prstGeom prst="ellipse">
            <a:avLst/>
          </a:prstGeom>
        </p:spPr>
      </p:sp>
      <p:grpSp>
        <p:nvGrpSpPr>
          <p:cNvPr id="47" name="Group 46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8" name="Rectangle 47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Rectangle 48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Rectangle 49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5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D146F20-5011-4692-BAD8-0DE6968DD5E6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1BC9975-3311-4AE2-98DD-33BFBF8C0467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8B43872-0FD5-4965-93F9-5D07D8B99AAA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A27C30C-9408-43C6-83E3-FEDE089E8331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1FD1463-9ABE-4F60-AD55-70908BE51032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F43293D6-479D-42CC-891E-98A41C602038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3D7F1C0-8444-43ED-ACED-FD9E631511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8853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062285" y="1757570"/>
            <a:ext cx="1852043" cy="1871316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3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818499" y="1757570"/>
            <a:ext cx="1852043" cy="1871316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3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523777" y="1757570"/>
            <a:ext cx="1852043" cy="1871316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45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257968" y="1757570"/>
            <a:ext cx="1852043" cy="1871316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grpSp>
        <p:nvGrpSpPr>
          <p:cNvPr id="95" name="Group 94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96" name="Rectangle 95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7" name="Rectangle 96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8" name="Rectangle 97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7F198C-0100-4F10-B41F-54EDAD0CB86D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AEA511B-BA52-4A2D-A6BC-BDE228F521BC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282CA5F-0989-4F93-9150-ABD21179D98E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D07F267-BE80-421C-A76F-B62656AB84A2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F53A707-119F-40B4-AFC2-6F117B80A7B5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D2178896-63D9-447B-86B4-A3145901F08F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A7E42EE-259E-45C3-9208-F33FDD6724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2488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429000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6096000" y="3429000"/>
            <a:ext cx="6096000" cy="3429000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6096000" cy="3429000"/>
          </a:xfrm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751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/>
          <p:cNvSpPr>
            <a:spLocks noGrp="1"/>
          </p:cNvSpPr>
          <p:nvPr>
            <p:ph type="pic" sz="quarter" idx="11"/>
          </p:nvPr>
        </p:nvSpPr>
        <p:spPr>
          <a:xfrm>
            <a:off x="4035013" y="2380436"/>
            <a:ext cx="4120984" cy="2481264"/>
          </a:xfrm>
        </p:spPr>
        <p:txBody>
          <a:bodyPr/>
          <a:lstStyle/>
          <a:p>
            <a:endParaRPr lang="en-US"/>
          </a:p>
        </p:txBody>
      </p:sp>
      <p:grpSp>
        <p:nvGrpSpPr>
          <p:cNvPr id="73" name="Group 72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74" name="Rectangle 73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5" name="Rectangle 74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6" name="Rectangle 75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8DF22E8-C27D-48A2-91ED-919FE4B2E487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D7592E1-5859-42FD-86AC-698515250F1B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01C75F4-0C8C-4201-BE78-C92596E0C491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E5344C6-7184-494A-8A2A-D90A056380CB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EBAFE9D-61FC-4DA0-AE8B-9D8C82CB115C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B319BACA-42F7-4B15-9160-2C9403DEBD07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9022C28-8684-4056-929F-04BB714B3C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328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871419" y="769257"/>
            <a:ext cx="2610275" cy="1642420"/>
          </a:xfrm>
          <a:ln w="190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599014" y="2"/>
            <a:ext cx="2610275" cy="2411677"/>
          </a:xfrm>
          <a:ln w="190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599014" y="2536326"/>
            <a:ext cx="2610275" cy="1803731"/>
          </a:xfrm>
          <a:ln w="190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326756" y="2536326"/>
            <a:ext cx="2865245" cy="1803731"/>
          </a:xfrm>
          <a:ln w="190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599014" y="4464704"/>
            <a:ext cx="2610275" cy="2393297"/>
          </a:xfrm>
          <a:ln w="19050"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6D17325-1AE7-4BEB-BCAF-6756C1E17F79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CDBDB1D-C396-4794-A488-B372622491D2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CE611C6-80C7-4E79-98E4-AEA3CA076058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77FECEB-85F1-44AA-AC2C-46AEBBB009AB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22C7D7F-A190-4AF5-8BD0-87DEB3F2731D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5CF171E1-FBD4-4FA7-BA37-465AA432EA1C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D14C0C3-FB82-47AB-A791-153EE50720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362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9" name="Rectangle 48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Rectangle 49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Rectangle 50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0" name="Picture Placeholder 1"/>
          <p:cNvSpPr>
            <a:spLocks noGrp="1"/>
          </p:cNvSpPr>
          <p:nvPr>
            <p:ph type="pic" sz="quarter" idx="15"/>
          </p:nvPr>
        </p:nvSpPr>
        <p:spPr>
          <a:xfrm>
            <a:off x="623889" y="1538966"/>
            <a:ext cx="10944225" cy="3436886"/>
          </a:xfrm>
        </p:spPr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A242B61-64A5-4403-A3CC-81939436305C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7821E3C-2C20-4849-A6F9-994B519B1022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97E5F60-AA4B-44F5-9ACB-37DA571ED7B2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1AD0FA8-D481-4584-8E69-EBB257BBA7B8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CFCD9BB-65A3-47BB-A427-452CDB723899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5B8C69DF-1186-41A8-88F8-80DE1E8DC511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FD8C745-99E1-4476-B183-877F70EE78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3618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338671" y="2502466"/>
            <a:ext cx="9514661" cy="2696333"/>
          </a:xfrm>
        </p:spPr>
        <p:txBody>
          <a:bodyPr/>
          <a:lstStyle/>
          <a:p>
            <a:endParaRPr lang="en-US"/>
          </a:p>
        </p:txBody>
      </p:sp>
      <p:grpSp>
        <p:nvGrpSpPr>
          <p:cNvPr id="48" name="Group 47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9" name="Rectangle 48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Rectangle 49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Rectangle 50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C7C1E8F-EB6B-4A42-BE27-F7DEE52B9305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6AE7BDE-F416-4EC0-BB9C-41BD37547D81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113EB21-E932-47AE-98CA-1F5731D90697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EA21FA7-A8E0-4BAE-82B3-A23D1C188CE6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3D0A354-5F20-40D2-9907-E74FC1FE7A71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342EF5CF-1CBE-4C8D-8D38-885883FBDFF1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1764296-2EFC-4738-87A7-32C6C9FC2A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115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icture Placeholder 46"/>
          <p:cNvSpPr>
            <a:spLocks noGrp="1"/>
          </p:cNvSpPr>
          <p:nvPr>
            <p:ph type="pic" sz="quarter" idx="21"/>
          </p:nvPr>
        </p:nvSpPr>
        <p:spPr>
          <a:xfrm>
            <a:off x="3017434" y="2108200"/>
            <a:ext cx="2891423" cy="2620012"/>
          </a:xfrm>
          <a:custGeom>
            <a:avLst/>
            <a:gdLst>
              <a:gd name="connsiteX0" fmla="*/ 0 w 2891422"/>
              <a:gd name="connsiteY0" fmla="*/ 0 h 2620012"/>
              <a:gd name="connsiteX1" fmla="*/ 2891422 w 2891422"/>
              <a:gd name="connsiteY1" fmla="*/ 0 h 2620012"/>
              <a:gd name="connsiteX2" fmla="*/ 1454696 w 2891422"/>
              <a:gd name="connsiteY2" fmla="*/ 2620012 h 2620012"/>
              <a:gd name="connsiteX3" fmla="*/ 1436727 w 2891422"/>
              <a:gd name="connsiteY3" fmla="*/ 2620012 h 2620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1422" h="2620012">
                <a:moveTo>
                  <a:pt x="0" y="0"/>
                </a:moveTo>
                <a:lnTo>
                  <a:pt x="2891422" y="0"/>
                </a:lnTo>
                <a:lnTo>
                  <a:pt x="1454696" y="2620012"/>
                </a:lnTo>
                <a:lnTo>
                  <a:pt x="1436727" y="262001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386118" y="2108200"/>
            <a:ext cx="2888343" cy="2633068"/>
          </a:xfrm>
          <a:prstGeom prst="triangle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651830" y="2108200"/>
            <a:ext cx="2888343" cy="2633068"/>
          </a:xfrm>
          <a:prstGeom prst="triangle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917545" y="2108200"/>
            <a:ext cx="2888343" cy="2633068"/>
          </a:xfrm>
          <a:prstGeom prst="triangle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grpSp>
        <p:nvGrpSpPr>
          <p:cNvPr id="48" name="Group 47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9" name="Rectangle 48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Rectangle 49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Rectangle 50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4" name="Picture Placeholder 53"/>
          <p:cNvSpPr>
            <a:spLocks noGrp="1"/>
          </p:cNvSpPr>
          <p:nvPr>
            <p:ph type="pic" sz="quarter" idx="22"/>
          </p:nvPr>
        </p:nvSpPr>
        <p:spPr>
          <a:xfrm>
            <a:off x="6283147" y="2108200"/>
            <a:ext cx="2891423" cy="2620012"/>
          </a:xfrm>
          <a:custGeom>
            <a:avLst/>
            <a:gdLst>
              <a:gd name="connsiteX0" fmla="*/ 0 w 2891422"/>
              <a:gd name="connsiteY0" fmla="*/ 0 h 2620012"/>
              <a:gd name="connsiteX1" fmla="*/ 2891422 w 2891422"/>
              <a:gd name="connsiteY1" fmla="*/ 0 h 2620012"/>
              <a:gd name="connsiteX2" fmla="*/ 1454696 w 2891422"/>
              <a:gd name="connsiteY2" fmla="*/ 2620012 h 2620012"/>
              <a:gd name="connsiteX3" fmla="*/ 1436727 w 2891422"/>
              <a:gd name="connsiteY3" fmla="*/ 2620012 h 2620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1422" h="2620012">
                <a:moveTo>
                  <a:pt x="0" y="0"/>
                </a:moveTo>
                <a:lnTo>
                  <a:pt x="2891422" y="0"/>
                </a:lnTo>
                <a:lnTo>
                  <a:pt x="1454696" y="2620012"/>
                </a:lnTo>
                <a:lnTo>
                  <a:pt x="1436727" y="262001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7844D36-2F89-4C25-9BF5-F7883D09FC5D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E1DA6FF-6B38-4006-AEDF-DABAE3826084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316A36E-3B90-46A6-8059-EE10638074DF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953D85B-F462-4D41-9E6C-11D9343D4D5D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1877685-7E74-4A4C-A49C-8B921B88FC32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AADD42B1-D726-4E8D-AF48-75446D3F1D1E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886E114-6336-43CD-B189-9E37E67696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756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074344" y="3253650"/>
            <a:ext cx="2043315" cy="2043315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grpSp>
        <p:nvGrpSpPr>
          <p:cNvPr id="48" name="Group 47"/>
          <p:cNvGrpSpPr/>
          <p:nvPr userDrawn="1"/>
        </p:nvGrpSpPr>
        <p:grpSpPr>
          <a:xfrm>
            <a:off x="733071" y="695262"/>
            <a:ext cx="458165" cy="67611"/>
            <a:chOff x="11008409" y="6143528"/>
            <a:chExt cx="352370" cy="102724"/>
          </a:xfrm>
        </p:grpSpPr>
        <p:sp>
          <p:nvSpPr>
            <p:cNvPr id="49" name="Rectangle 48"/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Rectangle 49"/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Rectangle 50"/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4067" y="828174"/>
            <a:ext cx="3468560" cy="454025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CC4DBB9-EB64-40FB-A439-689476F50845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4CC19D1-DFD7-4D61-85A5-3E808B6AC609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AF0ECC8-A514-4147-8BBE-DCEA69985079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D00B177-D559-40EC-B932-0C9595AEA74A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0D83D92-D939-4951-8861-55A7EF14B0D6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0B2B5974-5B4E-4ADE-84EC-65F3E2B4A879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6E9DF01-DB0C-4136-B8B2-136F7A2BB4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5532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B2D5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ED9956-30EA-4E13-BF44-53B2391A5A4E}"/>
              </a:ext>
            </a:extLst>
          </p:cNvPr>
          <p:cNvGrpSpPr/>
          <p:nvPr userDrawn="1"/>
        </p:nvGrpSpPr>
        <p:grpSpPr>
          <a:xfrm rot="5400000">
            <a:off x="11390346" y="6494322"/>
            <a:ext cx="309814" cy="45719"/>
            <a:chOff x="11008409" y="6143528"/>
            <a:chExt cx="352370" cy="10272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0BE7F8E-A6E0-479D-9F32-716994C06B0F}"/>
                </a:ext>
              </a:extLst>
            </p:cNvPr>
            <p:cNvSpPr/>
            <p:nvPr userDrawn="1"/>
          </p:nvSpPr>
          <p:spPr>
            <a:xfrm>
              <a:off x="11008409" y="6143528"/>
              <a:ext cx="54850" cy="10272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C8F056F-0609-4F11-A285-EC043EC56C60}"/>
                </a:ext>
              </a:extLst>
            </p:cNvPr>
            <p:cNvSpPr/>
            <p:nvPr userDrawn="1"/>
          </p:nvSpPr>
          <p:spPr>
            <a:xfrm>
              <a:off x="11107582" y="6143528"/>
              <a:ext cx="54850" cy="10272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1C6A382-ACCE-4DBF-B402-DBA2AC134A5F}"/>
                </a:ext>
              </a:extLst>
            </p:cNvPr>
            <p:cNvSpPr/>
            <p:nvPr userDrawn="1"/>
          </p:nvSpPr>
          <p:spPr>
            <a:xfrm>
              <a:off x="11206756" y="6143528"/>
              <a:ext cx="54850" cy="1027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527219B-A3A8-487D-AF43-FB566507B766}"/>
                </a:ext>
              </a:extLst>
            </p:cNvPr>
            <p:cNvSpPr/>
            <p:nvPr/>
          </p:nvSpPr>
          <p:spPr>
            <a:xfrm>
              <a:off x="11305929" y="6143528"/>
              <a:ext cx="54850" cy="1027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EBAC6541-EEB2-48DC-BCE0-0D2ECF12214B}"/>
              </a:ext>
            </a:extLst>
          </p:cNvPr>
          <p:cNvSpPr txBox="1">
            <a:spLocks/>
          </p:cNvSpPr>
          <p:nvPr userDrawn="1"/>
        </p:nvSpPr>
        <p:spPr>
          <a:xfrm>
            <a:off x="10947534" y="6285562"/>
            <a:ext cx="502604" cy="432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6CAF5E-82FD-46C1-8113-274199A6E6F4}" type="slidenum">
              <a:rPr lang="id-ID" sz="1400" smtClean="0">
                <a:solidFill>
                  <a:schemeClr val="tx1"/>
                </a:solidFill>
                <a:latin typeface="Playfair Display" pitchFamily="2" charset="0"/>
              </a:rPr>
              <a:pPr algn="r"/>
              <a:t>‹#›</a:t>
            </a:fld>
            <a:endParaRPr lang="id-ID" sz="1400" dirty="0">
              <a:solidFill>
                <a:schemeClr val="tx1"/>
              </a:solidFill>
              <a:latin typeface="Playfair Display" pitchFamily="2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51FC9CC-0526-4053-9E08-B0BFA91FA2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68812" y="6162017"/>
            <a:ext cx="601625" cy="5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4386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5959014"/>
            <a:ext cx="12192000" cy="6508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039391"/>
            <a:ext cx="9144000" cy="803274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rgbClr val="0B2D50"/>
                </a:solidFill>
                <a:latin typeface="Playfair Display Black" pitchFamily="2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86771"/>
            <a:ext cx="9144000" cy="5444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750">
                <a:solidFill>
                  <a:srgbClr val="0B2D5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-36936" y="-37421"/>
            <a:ext cx="12266018" cy="3539133"/>
          </a:xfr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grpSp>
        <p:nvGrpSpPr>
          <p:cNvPr id="6" name="Group 56">
            <a:extLst>
              <a:ext uri="{FF2B5EF4-FFF2-40B4-BE49-F238E27FC236}">
                <a16:creationId xmlns:a16="http://schemas.microsoft.com/office/drawing/2014/main" id="{81A400FB-46CB-4769-B0B4-1380F7A6196A}"/>
              </a:ext>
            </a:extLst>
          </p:cNvPr>
          <p:cNvGrpSpPr/>
          <p:nvPr userDrawn="1"/>
        </p:nvGrpSpPr>
        <p:grpSpPr>
          <a:xfrm>
            <a:off x="0" y="3501712"/>
            <a:ext cx="12192000" cy="139741"/>
            <a:chOff x="0" y="0"/>
            <a:chExt cx="24555161" cy="403998"/>
          </a:xfrm>
        </p:grpSpPr>
        <p:sp>
          <p:nvSpPr>
            <p:cNvPr id="8" name="Shape 52">
              <a:extLst>
                <a:ext uri="{FF2B5EF4-FFF2-40B4-BE49-F238E27FC236}">
                  <a16:creationId xmlns:a16="http://schemas.microsoft.com/office/drawing/2014/main" id="{70AF84F1-D225-4FFC-8A47-FAD965DC8244}"/>
                </a:ext>
              </a:extLst>
            </p:cNvPr>
            <p:cNvSpPr/>
            <p:nvPr/>
          </p:nvSpPr>
          <p:spPr>
            <a:xfrm>
              <a:off x="0" y="0"/>
              <a:ext cx="6151243" cy="403999"/>
            </a:xfrm>
            <a:prstGeom prst="rect">
              <a:avLst/>
            </a:prstGeom>
            <a:solidFill>
              <a:srgbClr val="AACFF4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10" name="Shape 53">
              <a:extLst>
                <a:ext uri="{FF2B5EF4-FFF2-40B4-BE49-F238E27FC236}">
                  <a16:creationId xmlns:a16="http://schemas.microsoft.com/office/drawing/2014/main" id="{5205361A-2938-4C34-A706-9EB5708D38CB}"/>
                </a:ext>
              </a:extLst>
            </p:cNvPr>
            <p:cNvSpPr/>
            <p:nvPr/>
          </p:nvSpPr>
          <p:spPr>
            <a:xfrm>
              <a:off x="6134639" y="0"/>
              <a:ext cx="6151244" cy="403998"/>
            </a:xfrm>
            <a:prstGeom prst="rect">
              <a:avLst/>
            </a:prstGeom>
            <a:solidFill>
              <a:srgbClr val="4F9BE7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11" name="Shape 54">
              <a:extLst>
                <a:ext uri="{FF2B5EF4-FFF2-40B4-BE49-F238E27FC236}">
                  <a16:creationId xmlns:a16="http://schemas.microsoft.com/office/drawing/2014/main" id="{0C2DCF6D-1388-469F-8AA6-0331CCF90B5D}"/>
                </a:ext>
              </a:extLst>
            </p:cNvPr>
            <p:cNvSpPr/>
            <p:nvPr/>
          </p:nvSpPr>
          <p:spPr>
            <a:xfrm>
              <a:off x="12269279" y="0"/>
              <a:ext cx="6151244" cy="403998"/>
            </a:xfrm>
            <a:prstGeom prst="rect">
              <a:avLst/>
            </a:prstGeom>
            <a:solidFill>
              <a:srgbClr val="134D87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12" name="Shape 55">
              <a:extLst>
                <a:ext uri="{FF2B5EF4-FFF2-40B4-BE49-F238E27FC236}">
                  <a16:creationId xmlns:a16="http://schemas.microsoft.com/office/drawing/2014/main" id="{1A37394D-C332-4286-AC02-30F77FC8A10D}"/>
                </a:ext>
              </a:extLst>
            </p:cNvPr>
            <p:cNvSpPr/>
            <p:nvPr/>
          </p:nvSpPr>
          <p:spPr>
            <a:xfrm>
              <a:off x="18403918" y="0"/>
              <a:ext cx="6151244" cy="403998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</p:spTree>
    <p:extLst>
      <p:ext uri="{BB962C8B-B14F-4D97-AF65-F5344CB8AC3E}">
        <p14:creationId xmlns:p14="http://schemas.microsoft.com/office/powerpoint/2010/main" val="194296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44.xml"/><Relationship Id="rId34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47.xml"/><Relationship Id="rId37" Type="http://schemas.openxmlformats.org/officeDocument/2006/relationships/slideLayout" Target="../slideLayouts/slideLayout48.xml"/><Relationship Id="rId38" Type="http://schemas.openxmlformats.org/officeDocument/2006/relationships/slideLayout" Target="../slideLayouts/slideLayout49.xml"/><Relationship Id="rId39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52.xml"/><Relationship Id="rId42" Type="http://schemas.openxmlformats.org/officeDocument/2006/relationships/slideLayout" Target="../slideLayouts/slideLayout53.xml"/><Relationship Id="rId43" Type="http://schemas.openxmlformats.org/officeDocument/2006/relationships/slideLayout" Target="../slideLayouts/slideLayout54.xml"/><Relationship Id="rId44" Type="http://schemas.openxmlformats.org/officeDocument/2006/relationships/slideLayout" Target="../slideLayouts/slideLayout55.xml"/><Relationship Id="rId45" Type="http://schemas.openxmlformats.org/officeDocument/2006/relationships/slideLayout" Target="../slideLayouts/slideLayout56.xml"/><Relationship Id="rId46" Type="http://schemas.openxmlformats.org/officeDocument/2006/relationships/slideLayout" Target="../slideLayouts/slideLayout57.xml"/><Relationship Id="rId47" Type="http://schemas.openxmlformats.org/officeDocument/2006/relationships/slideLayout" Target="../slideLayouts/slideLayout58.xml"/><Relationship Id="rId4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EE1B21-4C5E-435F-9246-B3CCF52AB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0E7C8B-E0C1-4A40-83B2-3A47A8C11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D5574D-D804-4A5A-B16E-669895306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E2350-7076-4AD6-A9E3-7F489C92E38D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603355-B2D1-47A3-8096-FB5B4FBC7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0759F3-7DC1-4F8D-8640-0E50710D9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71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440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B2D50"/>
          </a:solidFill>
          <a:latin typeface="Playfair Display Black" pitchFamily="2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70.png"/><Relationship Id="rId4" Type="http://schemas.openxmlformats.org/officeDocument/2006/relationships/image" Target="../media/image180.png"/><Relationship Id="rId5" Type="http://schemas.openxmlformats.org/officeDocument/2006/relationships/image" Target="../media/image190.png"/><Relationship Id="rId6" Type="http://schemas.openxmlformats.org/officeDocument/2006/relationships/image" Target="../media/image200.png"/><Relationship Id="rId7" Type="http://schemas.openxmlformats.org/officeDocument/2006/relationships/image" Target="../media/image210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861249"/>
            <a:ext cx="12192000" cy="25677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69F5A">
                  <a:lumMod val="20000"/>
                  <a:lumOff val="80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Text Placeholder 4"/>
          <p:cNvSpPr txBox="1">
            <a:spLocks/>
          </p:cNvSpPr>
          <p:nvPr/>
        </p:nvSpPr>
        <p:spPr>
          <a:xfrm>
            <a:off x="1104723" y="1050766"/>
            <a:ext cx="9982554" cy="2061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4400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+mj-cs"/>
              </a:rPr>
              <a:t>“Development of a Software System for Early Detection of Fraudulent Transactions in Small Business Processes”</a:t>
            </a:r>
            <a:endParaRPr lang="en-US" sz="4400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+mj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29307" y="3599047"/>
            <a:ext cx="5204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Abstract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Open Sans Light" panose="020B03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34"/>
          <p:cNvSpPr txBox="1"/>
          <p:nvPr/>
        </p:nvSpPr>
        <p:spPr>
          <a:xfrm>
            <a:off x="1885950" y="3498234"/>
            <a:ext cx="7896640" cy="1062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67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2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8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4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3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4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6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7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</a:pPr>
            <a:r>
              <a:rPr lang="ru-RU" sz="1400" dirty="0">
                <a:solidFill>
                  <a:srgbClr val="0B2D50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Degree Program 02.03.03 “Mathematical Software and</a:t>
            </a:r>
          </a:p>
          <a:p>
            <a:pPr algn="ctr">
              <a:lnSpc>
                <a:spcPct val="115000"/>
              </a:lnSpc>
            </a:pPr>
            <a:r>
              <a:rPr lang="ru-RU" sz="1400" dirty="0">
                <a:solidFill>
                  <a:srgbClr val="0B2D50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Information Systems Administration”</a:t>
            </a:r>
          </a:p>
          <a:p>
            <a:pPr algn="ctr">
              <a:lnSpc>
                <a:spcPct val="115000"/>
              </a:lnSpc>
            </a:pPr>
            <a:endParaRPr lang="ru-RU" sz="1400" dirty="0">
              <a:solidFill>
                <a:srgbClr val="0B2D50"/>
              </a:solidFill>
              <a:latin typeface="Arial" panose="020B0604020202020204" pitchFamily="34" charset="0"/>
              <a:ea typeface="Open Sans Light" panose="020B0306030504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</a:pPr>
            <a:r>
              <a:rPr lang="ru-RU" sz="1400" dirty="0">
                <a:solidFill>
                  <a:srgbClr val="0B2D50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Specialization: “Systems and Internet Programming”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AB34F71-EFA9-4A8D-A114-A20974850E98}"/>
              </a:ext>
            </a:extLst>
          </p:cNvPr>
          <p:cNvSpPr/>
          <p:nvPr/>
        </p:nvSpPr>
        <p:spPr>
          <a:xfrm>
            <a:off x="111095" y="6050422"/>
            <a:ext cx="822243" cy="717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BE39E90-EEE9-4AC4-B439-00E2F2294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258762"/>
            <a:ext cx="1329480" cy="262659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7AC9B25-412C-414E-B54B-9E942E1873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30357"/>
            <a:ext cx="1330391" cy="748529"/>
          </a:xfrm>
          <a:prstGeom prst="rect">
            <a:avLst/>
          </a:prstGeom>
        </p:spPr>
      </p:pic>
      <p:sp>
        <p:nvSpPr>
          <p:cNvPr id="24" name="place and date">
            <a:extLst>
              <a:ext uri="{FF2B5EF4-FFF2-40B4-BE49-F238E27FC236}">
                <a16:creationId xmlns:a16="http://schemas.microsoft.com/office/drawing/2014/main" id="{B20C9C5B-85C0-416F-B2D4-780E55AA10CB}"/>
              </a:ext>
            </a:extLst>
          </p:cNvPr>
          <p:cNvSpPr txBox="1"/>
          <p:nvPr/>
        </p:nvSpPr>
        <p:spPr>
          <a:xfrm>
            <a:off x="5187298" y="6446399"/>
            <a:ext cx="1293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D2D5D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Moscow, 2026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38381D6-C173-4376-9700-650D97394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6649" y="6041195"/>
            <a:ext cx="894737" cy="810408"/>
          </a:xfrm>
          <a:prstGeom prst="rect">
            <a:avLst/>
          </a:prstGeom>
        </p:spPr>
      </p:pic>
      <p:sp>
        <p:nvSpPr>
          <p:cNvPr id="26" name="TextBox 34">
            <a:extLst>
              <a:ext uri="{FF2B5EF4-FFF2-40B4-BE49-F238E27FC236}">
                <a16:creationId xmlns:a16="http://schemas.microsoft.com/office/drawing/2014/main" id="{6710BA06-3A30-407F-B13D-448F7B1D1622}"/>
              </a:ext>
            </a:extLst>
          </p:cNvPr>
          <p:cNvSpPr txBox="1"/>
          <p:nvPr/>
        </p:nvSpPr>
        <p:spPr>
          <a:xfrm>
            <a:off x="6095999" y="4679173"/>
            <a:ext cx="4991277" cy="324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67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2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8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4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3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4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6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7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ru-RU" sz="1400" spc="45" dirty="0">
                <a:solidFill>
                  <a:srgbClr val="0B2D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Author: A. A. Shumilin, student of group 15.27D-MO11/22b</a:t>
            </a:r>
            <a:r>
              <a:rPr lang="en-US" sz="1400" spc="45" dirty="0">
                <a:solidFill>
                  <a:srgbClr val="0B2D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/>
            </a:r>
            <a:r>
              <a:rPr lang="ru-RU" sz="1400" spc="45" dirty="0">
                <a:solidFill>
                  <a:srgbClr val="0B2D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/>
            </a:r>
            <a:r>
              <a:rPr lang="ru-RU" sz="1400" dirty="0">
                <a:solidFill>
                  <a:srgbClr val="0B2D50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/>
            </a:r>
            <a:r>
              <a:rPr lang="en-US" sz="1400" dirty="0">
                <a:solidFill>
                  <a:srgbClr val="0B2D50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/>
            </a:r>
            <a:r>
              <a:rPr lang="ru-RU" sz="1400" dirty="0">
                <a:solidFill>
                  <a:srgbClr val="0B2D50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28" name="TextBox 34">
            <a:extLst>
              <a:ext uri="{FF2B5EF4-FFF2-40B4-BE49-F238E27FC236}">
                <a16:creationId xmlns:a16="http://schemas.microsoft.com/office/drawing/2014/main" id="{C909E6B8-6AE5-4460-A0BB-F8969FB42F6F}"/>
              </a:ext>
            </a:extLst>
          </p:cNvPr>
          <p:cNvSpPr txBox="1"/>
          <p:nvPr/>
        </p:nvSpPr>
        <p:spPr>
          <a:xfrm>
            <a:off x="4243388" y="5022363"/>
            <a:ext cx="2814042" cy="324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67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2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8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4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3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4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6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7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ru-RU" sz="1400" spc="45" dirty="0">
                <a:solidFill>
                  <a:srgbClr val="0B2D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Academic Supervisor:</a:t>
            </a:r>
            <a:r>
              <a:rPr lang="en-US" sz="1400" spc="45" dirty="0">
                <a:solidFill>
                  <a:srgbClr val="0B2D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/>
            </a:r>
            <a:endParaRPr lang="ru-RU" sz="1400" dirty="0">
              <a:solidFill>
                <a:srgbClr val="0B2D50"/>
              </a:solidFill>
              <a:latin typeface="Arial" panose="020B0604020202020204" pitchFamily="34" charset="0"/>
              <a:ea typeface="Open Sans Light" panose="020B03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34">
            <a:extLst>
              <a:ext uri="{FF2B5EF4-FFF2-40B4-BE49-F238E27FC236}">
                <a16:creationId xmlns:a16="http://schemas.microsoft.com/office/drawing/2014/main" id="{61D8B64F-7639-4755-99D2-6693E7BCAB12}"/>
              </a:ext>
            </a:extLst>
          </p:cNvPr>
          <p:cNvSpPr txBox="1"/>
          <p:nvPr/>
        </p:nvSpPr>
        <p:spPr>
          <a:xfrm>
            <a:off x="6865080" y="5034975"/>
            <a:ext cx="3200939" cy="1062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67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2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8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4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3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4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60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7" algn="l" defTabSz="91433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ru-RU" sz="1400" dirty="0">
                <a:solidFill>
                  <a:srgbClr val="0B2D50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Yu. V. Nefedov, Associate Professor, PhD in Economics,</a:t>
            </a:r>
          </a:p>
          <a:p>
            <a:pPr>
              <a:lnSpc>
                <a:spcPct val="115000"/>
              </a:lnSpc>
            </a:pPr>
            <a:r>
              <a:rPr lang="ru-RU" sz="1400" dirty="0">
                <a:solidFill>
                  <a:srgbClr val="0B2D50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Associate Professor, Department of Digital Economy, Institute for the Development of the Information Society</a:t>
            </a:r>
          </a:p>
        </p:txBody>
      </p:sp>
    </p:spTree>
    <p:extLst>
      <p:ext uri="{BB962C8B-B14F-4D97-AF65-F5344CB8AC3E}">
        <p14:creationId xmlns:p14="http://schemas.microsoft.com/office/powerpoint/2010/main" val="294472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591EB-D803-722F-DF23-78A59A35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ectangles">
            <a:extLst>
              <a:ext uri="{FF2B5EF4-FFF2-40B4-BE49-F238E27FC236}">
                <a16:creationId xmlns:a16="http://schemas.microsoft.com/office/drawing/2014/main" id="{A88C7435-96FD-3979-46F3-13F637A214A9}"/>
              </a:ext>
            </a:extLst>
          </p:cNvPr>
          <p:cNvGrpSpPr/>
          <p:nvPr/>
        </p:nvGrpSpPr>
        <p:grpSpPr>
          <a:xfrm>
            <a:off x="-1" y="5949332"/>
            <a:ext cx="12192000" cy="189470"/>
            <a:chOff x="0" y="2512541"/>
            <a:chExt cx="12192000" cy="189470"/>
          </a:xfrm>
        </p:grpSpPr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2792BD5B-D017-D1EE-D133-2B2EF3505F03}"/>
                </a:ext>
              </a:extLst>
            </p:cNvPr>
            <p:cNvSpPr/>
            <p:nvPr/>
          </p:nvSpPr>
          <p:spPr>
            <a:xfrm>
              <a:off x="0" y="2512541"/>
              <a:ext cx="3048000" cy="189470"/>
            </a:xfrm>
            <a:prstGeom prst="rect">
              <a:avLst/>
            </a:prstGeom>
            <a:solidFill>
              <a:srgbClr val="ABC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B696DC92-6DB6-B325-D0F9-DBEB2EFA0EEA}"/>
                </a:ext>
              </a:extLst>
            </p:cNvPr>
            <p:cNvSpPr/>
            <p:nvPr/>
          </p:nvSpPr>
          <p:spPr>
            <a:xfrm>
              <a:off x="3048000" y="2512541"/>
              <a:ext cx="3048000" cy="189470"/>
            </a:xfrm>
            <a:prstGeom prst="rect">
              <a:avLst/>
            </a:prstGeom>
            <a:solidFill>
              <a:srgbClr val="4F9B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03C69CCB-B832-F296-F8EC-587AD1D33441}"/>
                </a:ext>
              </a:extLst>
            </p:cNvPr>
            <p:cNvSpPr/>
            <p:nvPr/>
          </p:nvSpPr>
          <p:spPr>
            <a:xfrm>
              <a:off x="6096000" y="2512541"/>
              <a:ext cx="3048000" cy="189470"/>
            </a:xfrm>
            <a:prstGeom prst="rect">
              <a:avLst/>
            </a:prstGeom>
            <a:solidFill>
              <a:srgbClr val="124D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E7981D37-4A79-30A7-22BB-B857C34CA67C}"/>
                </a:ext>
              </a:extLst>
            </p:cNvPr>
            <p:cNvSpPr/>
            <p:nvPr/>
          </p:nvSpPr>
          <p:spPr>
            <a:xfrm>
              <a:off x="9144000" y="2512541"/>
              <a:ext cx="3048000" cy="189470"/>
            </a:xfrm>
            <a:prstGeom prst="rect">
              <a:avLst/>
            </a:prstGeom>
            <a:solidFill>
              <a:srgbClr val="0B2D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" name="page number">
            <a:extLst>
              <a:ext uri="{FF2B5EF4-FFF2-40B4-BE49-F238E27FC236}">
                <a16:creationId xmlns:a16="http://schemas.microsoft.com/office/drawing/2014/main" id="{C31A875A-CF82-04FF-FE5E-F52364DADD22}"/>
              </a:ext>
            </a:extLst>
          </p:cNvPr>
          <p:cNvGrpSpPr/>
          <p:nvPr/>
        </p:nvGrpSpPr>
        <p:grpSpPr>
          <a:xfrm>
            <a:off x="11422855" y="6242955"/>
            <a:ext cx="457156" cy="365125"/>
            <a:chOff x="11422855" y="6242955"/>
            <a:chExt cx="457156" cy="365125"/>
          </a:xfrm>
        </p:grpSpPr>
        <p:sp>
          <p:nvSpPr>
            <p:cNvPr id="13" name="page number">
              <a:extLst>
                <a:ext uri="{FF2B5EF4-FFF2-40B4-BE49-F238E27FC236}">
                  <a16:creationId xmlns:a16="http://schemas.microsoft.com/office/drawing/2014/main" id="{AD01E758-B1E9-A4B9-97A3-18232B57EC0C}"/>
                </a:ext>
              </a:extLst>
            </p:cNvPr>
            <p:cNvSpPr txBox="1">
              <a:spLocks/>
            </p:cNvSpPr>
            <p:nvPr/>
          </p:nvSpPr>
          <p:spPr>
            <a:xfrm>
              <a:off x="11422855" y="6242955"/>
              <a:ext cx="397669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9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rectangles">
              <a:extLst>
                <a:ext uri="{FF2B5EF4-FFF2-40B4-BE49-F238E27FC236}">
                  <a16:creationId xmlns:a16="http://schemas.microsoft.com/office/drawing/2014/main" id="{C02C91D7-7384-84DF-1E42-CCCEDE260171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15" name="rectangle">
                <a:extLst>
                  <a:ext uri="{FF2B5EF4-FFF2-40B4-BE49-F238E27FC236}">
                    <a16:creationId xmlns:a16="http://schemas.microsoft.com/office/drawing/2014/main" id="{DD435462-FBE1-4866-9C73-062CD6321903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rectangle">
                <a:extLst>
                  <a:ext uri="{FF2B5EF4-FFF2-40B4-BE49-F238E27FC236}">
                    <a16:creationId xmlns:a16="http://schemas.microsoft.com/office/drawing/2014/main" id="{3A8E9CFE-E77C-2442-D094-C4D8767CB4A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rectangle">
                <a:extLst>
                  <a:ext uri="{FF2B5EF4-FFF2-40B4-BE49-F238E27FC236}">
                    <a16:creationId xmlns:a16="http://schemas.microsoft.com/office/drawing/2014/main" id="{5CE4C550-A94F-7449-0D90-50207BAB879D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rectangle">
                <a:extLst>
                  <a:ext uri="{FF2B5EF4-FFF2-40B4-BE49-F238E27FC236}">
                    <a16:creationId xmlns:a16="http://schemas.microsoft.com/office/drawing/2014/main" id="{8A9F89CF-B23A-3F07-BFBF-5093D9E053D8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23" name="Rectangle 34">
            <a:extLst>
              <a:ext uri="{FF2B5EF4-FFF2-40B4-BE49-F238E27FC236}">
                <a16:creationId xmlns:a16="http://schemas.microsoft.com/office/drawing/2014/main" id="{88B831D6-6EC1-5A9F-29CF-869F53818AD2}"/>
              </a:ext>
            </a:extLst>
          </p:cNvPr>
          <p:cNvSpPr/>
          <p:nvPr/>
        </p:nvSpPr>
        <p:spPr>
          <a:xfrm>
            <a:off x="-7666" y="0"/>
            <a:ext cx="12199666" cy="9580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69F5A">
                  <a:lumMod val="20000"/>
                  <a:lumOff val="80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9" name="main title">
            <a:extLst>
              <a:ext uri="{FF2B5EF4-FFF2-40B4-BE49-F238E27FC236}">
                <a16:creationId xmlns:a16="http://schemas.microsoft.com/office/drawing/2014/main" id="{D3D2E8DA-E418-227C-CD95-2272C47A54F7}"/>
              </a:ext>
            </a:extLst>
          </p:cNvPr>
          <p:cNvSpPr txBox="1"/>
          <p:nvPr/>
        </p:nvSpPr>
        <p:spPr>
          <a:xfrm>
            <a:off x="78903" y="3962"/>
            <a:ext cx="68705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Mathematical Model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-</a:t>
            </a:r>
            <a:r>
              <a:rPr lang="ru-RU" sz="2800" b="1" dirty="0">
                <a:solidFill>
                  <a:schemeClr val="bg1"/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Input Data and Features</a:t>
            </a:r>
            <a:endParaRPr lang="ru-RU" sz="3600" b="1" dirty="0">
              <a:solidFill>
                <a:schemeClr val="bg1"/>
              </a:solidFill>
              <a:latin typeface="Arial Black" panose="020B0A040201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Рисунок 37" descr="Изображение выглядит как текст, логотип, эмблем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D7FFCE3D-EA03-0866-4704-F2D2FBDC6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899" y="-197951"/>
            <a:ext cx="2456200" cy="1381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7FF55A-2896-AC13-FE55-57239D26A100}"/>
                  </a:ext>
                </a:extLst>
              </p:cNvPr>
              <p:cNvSpPr txBox="1"/>
              <p:nvPr/>
            </p:nvSpPr>
            <p:spPr>
              <a:xfrm>
                <a:off x="360815" y="4409577"/>
                <a:ext cx="453431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𝑡𝑦𝑝𝑒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𝑎𝑐𝑡𝑜𝑟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𝑜𝑏𝑗𝑒𝑐𝑡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7FF55A-2896-AC13-FE55-57239D26A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15" y="4409577"/>
                <a:ext cx="4534316" cy="400110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3DF93AB-9917-088A-C918-A029FA945EFB}"/>
              </a:ext>
            </a:extLst>
          </p:cNvPr>
          <p:cNvSpPr txBox="1"/>
          <p:nvPr/>
        </p:nvSpPr>
        <p:spPr>
          <a:xfrm>
            <a:off x="1261697" y="1691573"/>
            <a:ext cx="2596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Event</a:t>
            </a:r>
            <a:r>
              <a:rPr lang="en-US" b="1" dirty="0"/>
              <a:t> / </a:t>
            </a:r>
            <a:r>
              <a:rPr lang="ru-RU" b="1" dirty="0"/>
              <a:t>operation from an external system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A38F769-61AE-7425-AFB6-5767B6F236C3}"/>
                  </a:ext>
                </a:extLst>
              </p:cNvPr>
              <p:cNvSpPr txBox="1"/>
              <p:nvPr/>
            </p:nvSpPr>
            <p:spPr>
              <a:xfrm>
                <a:off x="360815" y="2337904"/>
                <a:ext cx="3051421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id </a:t>
                </a:r>
                <a:r>
                  <a:rPr lang="ru-RU" dirty="0"/>
                  <a:t>события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время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тип действия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участник процесса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связанный объект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исходные параметры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ru-RU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контекст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A38F769-61AE-7425-AFB6-5767B6F23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15" y="2337904"/>
                <a:ext cx="3051421" cy="2031325"/>
              </a:xfrm>
              <a:prstGeom prst="rect">
                <a:avLst/>
              </a:prstGeom>
              <a:blipFill>
                <a:blip r:embed="rId4"/>
                <a:stretch>
                  <a:fillRect l="-1198" t="-18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13A608A-0DC3-B46F-5D67-B7B1D77C985B}"/>
              </a:ext>
            </a:extLst>
          </p:cNvPr>
          <p:cNvSpPr/>
          <p:nvPr/>
        </p:nvSpPr>
        <p:spPr>
          <a:xfrm>
            <a:off x="78903" y="1599369"/>
            <a:ext cx="4969117" cy="34356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3B2C7F-34D2-DB7A-438A-8D6201E96821}"/>
              </a:ext>
            </a:extLst>
          </p:cNvPr>
          <p:cNvSpPr txBox="1"/>
          <p:nvPr/>
        </p:nvSpPr>
        <p:spPr>
          <a:xfrm>
            <a:off x="5270780" y="1658003"/>
            <a:ext cx="1896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Normalization</a:t>
            </a:r>
            <a:endParaRPr lang="en-US" b="1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BBEC740-28C7-2451-FD15-60C9A7406FC6}"/>
              </a:ext>
            </a:extLst>
          </p:cNvPr>
          <p:cNvCxnSpPr/>
          <p:nvPr/>
        </p:nvCxnSpPr>
        <p:spPr>
          <a:xfrm>
            <a:off x="514350" y="4390527"/>
            <a:ext cx="4200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64F687B-CC46-091D-EA9E-C39C4F5FCE2C}"/>
              </a:ext>
            </a:extLst>
          </p:cNvPr>
          <p:cNvGrpSpPr/>
          <p:nvPr/>
        </p:nvGrpSpPr>
        <p:grpSpPr>
          <a:xfrm>
            <a:off x="7390183" y="1623416"/>
            <a:ext cx="4643322" cy="1473996"/>
            <a:chOff x="7418487" y="1916030"/>
            <a:chExt cx="4969117" cy="3435626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C2CE718-54D5-BA1A-6A74-1DC802986491}"/>
                </a:ext>
              </a:extLst>
            </p:cNvPr>
            <p:cNvSpPr txBox="1">
              <a:spLocks/>
            </p:cNvSpPr>
            <p:nvPr/>
          </p:nvSpPr>
          <p:spPr>
            <a:xfrm>
              <a:off x="8601281" y="2306618"/>
              <a:ext cx="2596896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b="1" dirty="0"/>
                <a:t>Feature Vector</a:t>
              </a:r>
              <a:endParaRPr lang="en-US" b="1" dirty="0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42BEB06C-8113-B7E9-0FEA-0C7F8DC258CD}"/>
                </a:ext>
              </a:extLst>
            </p:cNvPr>
            <p:cNvSpPr>
              <a:spLocks/>
            </p:cNvSpPr>
            <p:nvPr/>
          </p:nvSpPr>
          <p:spPr>
            <a:xfrm>
              <a:off x="7418487" y="1916030"/>
              <a:ext cx="4969117" cy="343562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9399FB60-2E49-2332-1098-8D873ED7CB94}"/>
              </a:ext>
            </a:extLst>
          </p:cNvPr>
          <p:cNvSpPr/>
          <p:nvPr/>
        </p:nvSpPr>
        <p:spPr>
          <a:xfrm>
            <a:off x="5329932" y="2077856"/>
            <a:ext cx="1778338" cy="7772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EF5946C-3404-ACBA-7493-A335CAC86A68}"/>
                  </a:ext>
                </a:extLst>
              </p:cNvPr>
              <p:cNvSpPr txBox="1"/>
              <p:nvPr/>
            </p:nvSpPr>
            <p:spPr>
              <a:xfrm>
                <a:off x="7390183" y="2233428"/>
                <a:ext cx="4643322" cy="5529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, 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num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, 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proc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, 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hist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, 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ctx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EF5946C-3404-ACBA-7493-A335CAC86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183" y="2233428"/>
                <a:ext cx="4643322" cy="5529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9" name="Рисунок 18">
            <a:extLst>
              <a:ext uri="{FF2B5EF4-FFF2-40B4-BE49-F238E27FC236}">
                <a16:creationId xmlns:a16="http://schemas.microsoft.com/office/drawing/2014/main" id="{101972D1-9390-4DCB-6C45-4122D587CE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05" y="6339412"/>
            <a:ext cx="1867879" cy="3690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76366F-FE91-5B4C-D8C0-45102C904529}"/>
                  </a:ext>
                </a:extLst>
              </p:cNvPr>
              <p:cNvSpPr txBox="1"/>
              <p:nvPr/>
            </p:nvSpPr>
            <p:spPr>
              <a:xfrm>
                <a:off x="5329932" y="3221707"/>
                <a:ext cx="845885" cy="440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1800" b="1" i="1">
                              <a:latin typeface="Cambria Math" panose="02040503050406030204" pitchFamily="18" charset="0"/>
                            </a:rPr>
                            <m:t>base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76366F-FE91-5B4C-D8C0-45102C904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932" y="3221707"/>
                <a:ext cx="845885" cy="440890"/>
              </a:xfrm>
              <a:prstGeom prst="rect">
                <a:avLst/>
              </a:prstGeom>
              <a:blipFill>
                <a:blip r:embed="rId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2828AB5-CA33-C550-32F2-85B95E9A440F}"/>
              </a:ext>
            </a:extLst>
          </p:cNvPr>
          <p:cNvSpPr txBox="1"/>
          <p:nvPr/>
        </p:nvSpPr>
        <p:spPr>
          <a:xfrm>
            <a:off x="6092167" y="3268614"/>
            <a:ext cx="3585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-</a:t>
            </a:r>
            <a:r>
              <a:rPr lang="ru-RU" sz="1200" dirty="0"/>
              <a:t> Operation type, status, time, employee, </a:t>
            </a:r>
            <a:r>
              <a:rPr lang="ru-RU" sz="1200" dirty="0" err="1"/>
              <a:t>etc.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AB3420-0197-44EE-B5C2-170F1B9E2B21}"/>
                  </a:ext>
                </a:extLst>
              </p:cNvPr>
              <p:cNvSpPr txBox="1"/>
              <p:nvPr/>
            </p:nvSpPr>
            <p:spPr>
              <a:xfrm>
                <a:off x="5329932" y="3710230"/>
                <a:ext cx="845885" cy="3876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num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AB3420-0197-44EE-B5C2-170F1B9E2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932" y="3710230"/>
                <a:ext cx="845885" cy="387607"/>
              </a:xfrm>
              <a:prstGeom prst="rect">
                <a:avLst/>
              </a:prstGeom>
              <a:blipFill>
                <a:blip r:embed="rId8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574123AC-2EAE-4421-A954-4C79A9D3F613}"/>
              </a:ext>
            </a:extLst>
          </p:cNvPr>
          <p:cNvSpPr txBox="1"/>
          <p:nvPr/>
        </p:nvSpPr>
        <p:spPr>
          <a:xfrm>
            <a:off x="6092167" y="3757137"/>
            <a:ext cx="55511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-</a:t>
            </a:r>
            <a:r>
              <a:rPr lang="ru-RU" sz="1200" dirty="0"/>
              <a:t> Amounts, counts, stage duration, linked objects, </a:t>
            </a:r>
            <a:r>
              <a:rPr lang="ru-RU" sz="1200" dirty="0" err="1"/>
              <a:t>etc.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27612EC-BB71-4F99-928B-7529E1B5D696}"/>
                  </a:ext>
                </a:extLst>
              </p:cNvPr>
              <p:cNvSpPr txBox="1"/>
              <p:nvPr/>
            </p:nvSpPr>
            <p:spPr>
              <a:xfrm>
                <a:off x="5329932" y="4198151"/>
                <a:ext cx="845885" cy="4523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proc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27612EC-BB71-4F99-928B-7529E1B5D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932" y="4198151"/>
                <a:ext cx="845885" cy="452303"/>
              </a:xfrm>
              <a:prstGeom prst="rect">
                <a:avLst/>
              </a:prstGeom>
              <a:blipFill>
                <a:blip r:embed="rId9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5506AC5C-A943-4455-AD15-23402B51D35C}"/>
              </a:ext>
            </a:extLst>
          </p:cNvPr>
          <p:cNvSpPr txBox="1"/>
          <p:nvPr/>
        </p:nvSpPr>
        <p:spPr>
          <a:xfrm>
            <a:off x="6092167" y="4245058"/>
            <a:ext cx="5246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-</a:t>
            </a:r>
            <a:r>
              <a:rPr lang="ru-RU" sz="1200" dirty="0"/>
              <a:t> Workflow compliance, approvals, limit violations, </a:t>
            </a:r>
            <a:r>
              <a:rPr lang="ru-RU" sz="1200" dirty="0" err="1"/>
              <a:t>etc.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DC994B5-A825-4BD2-9F3F-DA0F2C9732BD}"/>
                  </a:ext>
                </a:extLst>
              </p:cNvPr>
              <p:cNvSpPr txBox="1"/>
              <p:nvPr/>
            </p:nvSpPr>
            <p:spPr>
              <a:xfrm>
                <a:off x="5301260" y="4692937"/>
                <a:ext cx="845885" cy="438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hist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DC994B5-A825-4BD2-9F3F-DA0F2C973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260" y="4692937"/>
                <a:ext cx="845885" cy="438325"/>
              </a:xfrm>
              <a:prstGeom prst="rect">
                <a:avLst/>
              </a:prstGeom>
              <a:blipFill>
                <a:blip r:embed="rId10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EA099791-12D4-4CE0-AF14-D3456C6D1E20}"/>
              </a:ext>
            </a:extLst>
          </p:cNvPr>
          <p:cNvSpPr txBox="1"/>
          <p:nvPr/>
        </p:nvSpPr>
        <p:spPr>
          <a:xfrm>
            <a:off x="6063495" y="4666701"/>
            <a:ext cx="5246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-</a:t>
            </a:r>
            <a:r>
              <a:rPr lang="ru-RU" sz="1200" dirty="0"/>
              <a:t> Deviation from the usual employee, counterparty, or operation profile.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C3C191C-AF77-4975-AA08-6AC55073B65B}"/>
                  </a:ext>
                </a:extLst>
              </p:cNvPr>
              <p:cNvSpPr txBox="1"/>
              <p:nvPr/>
            </p:nvSpPr>
            <p:spPr>
              <a:xfrm>
                <a:off x="5270780" y="5148380"/>
                <a:ext cx="845885" cy="4149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ctx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C3C191C-AF77-4975-AA08-6AC55073B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780" y="5148380"/>
                <a:ext cx="845885" cy="414985"/>
              </a:xfrm>
              <a:prstGeom prst="rect">
                <a:avLst/>
              </a:prstGeom>
              <a:blipFill>
                <a:blip r:embed="rId11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70F944DB-C42D-4ED1-A8C1-FA5FB888250B}"/>
              </a:ext>
            </a:extLst>
          </p:cNvPr>
          <p:cNvSpPr txBox="1"/>
          <p:nvPr/>
        </p:nvSpPr>
        <p:spPr>
          <a:xfrm>
            <a:off x="6033015" y="5195287"/>
            <a:ext cx="5246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-</a:t>
            </a:r>
            <a:r>
              <a:rPr lang="ru-RU" sz="1200" dirty="0"/>
              <a:t> Links to other events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51695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EFE7B-43E1-4517-6D5F-D1B258A0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ectangles">
            <a:extLst>
              <a:ext uri="{FF2B5EF4-FFF2-40B4-BE49-F238E27FC236}">
                <a16:creationId xmlns:a16="http://schemas.microsoft.com/office/drawing/2014/main" id="{9141C80E-2AEC-57D3-719D-D899F6987825}"/>
              </a:ext>
            </a:extLst>
          </p:cNvPr>
          <p:cNvGrpSpPr/>
          <p:nvPr/>
        </p:nvGrpSpPr>
        <p:grpSpPr>
          <a:xfrm>
            <a:off x="0" y="5949332"/>
            <a:ext cx="12192000" cy="189470"/>
            <a:chOff x="0" y="2512541"/>
            <a:chExt cx="12192000" cy="189470"/>
          </a:xfrm>
        </p:grpSpPr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1E91D51F-BC32-9E84-7DE4-5704752C987A}"/>
                </a:ext>
              </a:extLst>
            </p:cNvPr>
            <p:cNvSpPr/>
            <p:nvPr/>
          </p:nvSpPr>
          <p:spPr>
            <a:xfrm>
              <a:off x="0" y="2512541"/>
              <a:ext cx="3048000" cy="189470"/>
            </a:xfrm>
            <a:prstGeom prst="rect">
              <a:avLst/>
            </a:prstGeom>
            <a:solidFill>
              <a:srgbClr val="ABC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9EF16C15-5856-3CA1-C34A-B756D9F660FC}"/>
                </a:ext>
              </a:extLst>
            </p:cNvPr>
            <p:cNvSpPr/>
            <p:nvPr/>
          </p:nvSpPr>
          <p:spPr>
            <a:xfrm>
              <a:off x="3048000" y="2512541"/>
              <a:ext cx="3048000" cy="189470"/>
            </a:xfrm>
            <a:prstGeom prst="rect">
              <a:avLst/>
            </a:prstGeom>
            <a:solidFill>
              <a:srgbClr val="4F9B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CC2A0E7D-F3C1-FB85-8354-494259491A25}"/>
                </a:ext>
              </a:extLst>
            </p:cNvPr>
            <p:cNvSpPr/>
            <p:nvPr/>
          </p:nvSpPr>
          <p:spPr>
            <a:xfrm>
              <a:off x="6096000" y="2512541"/>
              <a:ext cx="3048000" cy="189470"/>
            </a:xfrm>
            <a:prstGeom prst="rect">
              <a:avLst/>
            </a:prstGeom>
            <a:solidFill>
              <a:srgbClr val="124D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F5AC3BE5-2E93-DC37-63E0-C2DF2CEB12EC}"/>
                </a:ext>
              </a:extLst>
            </p:cNvPr>
            <p:cNvSpPr/>
            <p:nvPr/>
          </p:nvSpPr>
          <p:spPr>
            <a:xfrm>
              <a:off x="9144000" y="2512541"/>
              <a:ext cx="3048000" cy="189470"/>
            </a:xfrm>
            <a:prstGeom prst="rect">
              <a:avLst/>
            </a:prstGeom>
            <a:solidFill>
              <a:srgbClr val="0B2D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" name="page number">
            <a:extLst>
              <a:ext uri="{FF2B5EF4-FFF2-40B4-BE49-F238E27FC236}">
                <a16:creationId xmlns:a16="http://schemas.microsoft.com/office/drawing/2014/main" id="{C46924CA-C18A-59B8-26D8-52A1FEF3D8B1}"/>
              </a:ext>
            </a:extLst>
          </p:cNvPr>
          <p:cNvGrpSpPr/>
          <p:nvPr/>
        </p:nvGrpSpPr>
        <p:grpSpPr>
          <a:xfrm>
            <a:off x="11261558" y="6242955"/>
            <a:ext cx="618453" cy="365125"/>
            <a:chOff x="11422855" y="6242955"/>
            <a:chExt cx="457156" cy="365125"/>
          </a:xfrm>
        </p:grpSpPr>
        <p:sp>
          <p:nvSpPr>
            <p:cNvPr id="13" name="page number">
              <a:extLst>
                <a:ext uri="{FF2B5EF4-FFF2-40B4-BE49-F238E27FC236}">
                  <a16:creationId xmlns:a16="http://schemas.microsoft.com/office/drawing/2014/main" id="{BB3B50BD-CDBB-3F06-C2F5-55A10F7AA8EA}"/>
                </a:ext>
              </a:extLst>
            </p:cNvPr>
            <p:cNvSpPr txBox="1">
              <a:spLocks/>
            </p:cNvSpPr>
            <p:nvPr/>
          </p:nvSpPr>
          <p:spPr>
            <a:xfrm>
              <a:off x="11422855" y="6242955"/>
              <a:ext cx="397669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10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rectangles">
              <a:extLst>
                <a:ext uri="{FF2B5EF4-FFF2-40B4-BE49-F238E27FC236}">
                  <a16:creationId xmlns:a16="http://schemas.microsoft.com/office/drawing/2014/main" id="{0BB7F671-C7BC-97D6-B2F3-61011D0F2FF3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15" name="rectangle">
                <a:extLst>
                  <a:ext uri="{FF2B5EF4-FFF2-40B4-BE49-F238E27FC236}">
                    <a16:creationId xmlns:a16="http://schemas.microsoft.com/office/drawing/2014/main" id="{5F0AAC51-3400-DE4C-14C8-A2FA5A808237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rectangle">
                <a:extLst>
                  <a:ext uri="{FF2B5EF4-FFF2-40B4-BE49-F238E27FC236}">
                    <a16:creationId xmlns:a16="http://schemas.microsoft.com/office/drawing/2014/main" id="{B7ACD1AE-442F-4EAD-BDD7-DFB0B194EB4B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rectangle">
                <a:extLst>
                  <a:ext uri="{FF2B5EF4-FFF2-40B4-BE49-F238E27FC236}">
                    <a16:creationId xmlns:a16="http://schemas.microsoft.com/office/drawing/2014/main" id="{E09BFFAE-36FB-C4D1-9883-F80D47EC0A94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rectangle">
                <a:extLst>
                  <a:ext uri="{FF2B5EF4-FFF2-40B4-BE49-F238E27FC236}">
                    <a16:creationId xmlns:a16="http://schemas.microsoft.com/office/drawing/2014/main" id="{272AF420-B7D7-1896-B80E-7B8243328F91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23" name="Rectangle 34">
            <a:extLst>
              <a:ext uri="{FF2B5EF4-FFF2-40B4-BE49-F238E27FC236}">
                <a16:creationId xmlns:a16="http://schemas.microsoft.com/office/drawing/2014/main" id="{A0C8776F-5964-8D4C-2394-6B4534536BC8}"/>
              </a:ext>
            </a:extLst>
          </p:cNvPr>
          <p:cNvSpPr/>
          <p:nvPr/>
        </p:nvSpPr>
        <p:spPr>
          <a:xfrm>
            <a:off x="-7666" y="0"/>
            <a:ext cx="12199666" cy="9580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69F5A">
                  <a:lumMod val="20000"/>
                  <a:lumOff val="80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9" name="main title">
            <a:extLst>
              <a:ext uri="{FF2B5EF4-FFF2-40B4-BE49-F238E27FC236}">
                <a16:creationId xmlns:a16="http://schemas.microsoft.com/office/drawing/2014/main" id="{879F30DB-D8E6-B5FF-F0FE-1E4381EE267D}"/>
              </a:ext>
            </a:extLst>
          </p:cNvPr>
          <p:cNvSpPr txBox="1"/>
          <p:nvPr/>
        </p:nvSpPr>
        <p:spPr>
          <a:xfrm>
            <a:off x="78903" y="3962"/>
            <a:ext cx="68705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Mathematical Model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- </a:t>
            </a:r>
            <a:r>
              <a:rPr lang="ru-RU" sz="2800" b="1" dirty="0">
                <a:solidFill>
                  <a:schemeClr val="bg1"/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Analytical Modules</a:t>
            </a:r>
            <a:endParaRPr lang="ru-RU" sz="3600" b="1" dirty="0">
              <a:solidFill>
                <a:schemeClr val="bg1"/>
              </a:solidFill>
              <a:latin typeface="Arial Black" panose="020B0A040201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Рисунок 37" descr="Изображение выглядит как текст, логотип, эмблем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0A4EF159-2BC5-92B3-746A-0BCA072B9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899" y="-197951"/>
            <a:ext cx="2456200" cy="1381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47A702-E53B-0522-969E-5020B14C2F10}"/>
              </a:ext>
            </a:extLst>
          </p:cNvPr>
          <p:cNvSpPr txBox="1"/>
          <p:nvPr/>
        </p:nvSpPr>
        <p:spPr>
          <a:xfrm>
            <a:off x="78903" y="1062222"/>
            <a:ext cx="11532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Rule-based checks</a:t>
            </a:r>
            <a:r>
              <a:rPr lang="ru-RU" dirty="0"/>
              <a:t> detect explicit business-rule violations: missing required fields, approval workflow breaches, exceeded limits, and changes to critical fields after approval.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E16EEB-BFFD-1457-969E-AC226075F904}"/>
                  </a:ext>
                </a:extLst>
              </p:cNvPr>
              <p:cNvSpPr txBox="1"/>
              <p:nvPr/>
            </p:nvSpPr>
            <p:spPr>
              <a:xfrm>
                <a:off x="3047999" y="1869770"/>
                <a:ext cx="5176362" cy="7362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  <m:r>
                        <a:rPr lang="ru-RU" sz="20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00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200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00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ru-RU" sz="20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a:rPr lang="ru-RU" sz="200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lit/>
                        </m:rPr>
                        <a:rPr lang="ru-RU" sz="200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ru-RU" sz="2000">
                          <a:latin typeface="Cambria Math" panose="02040503050406030204" pitchFamily="18" charset="0"/>
                        </a:rPr>
                        <m:t>0,1</m:t>
                      </m:r>
                      <m:r>
                        <m:rPr>
                          <m:lit/>
                        </m:rPr>
                        <a:rPr lang="ru-RU" sz="200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E16EEB-BFFD-1457-969E-AC226075F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9" y="1869770"/>
                <a:ext cx="5176362" cy="7362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1E64A6-1A49-5B16-1A54-F61F562E4B73}"/>
                  </a:ext>
                </a:extLst>
              </p:cNvPr>
              <p:cNvSpPr txBox="1"/>
              <p:nvPr/>
            </p:nvSpPr>
            <p:spPr>
              <a:xfrm>
                <a:off x="2786271" y="2373805"/>
                <a:ext cx="6117336" cy="8223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rule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1E64A6-1A49-5B16-1A54-F61F562E4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271" y="2373805"/>
                <a:ext cx="6117336" cy="8223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94E33ABB-AEC6-079F-D29D-BE12916EDFCE}"/>
              </a:ext>
            </a:extLst>
          </p:cNvPr>
          <p:cNvSpPr txBox="1"/>
          <p:nvPr/>
        </p:nvSpPr>
        <p:spPr>
          <a:xfrm>
            <a:off x="63491" y="3599610"/>
            <a:ext cx="34506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Robust risk scoring </a:t>
            </a:r>
            <a:r>
              <a:rPr lang="ru-RU" dirty="0"/>
              <a:t>measures how far an operation deviates from its normal profile based on selected numerical and ordinal features.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F87DFCD-59C3-6D22-2006-B05C5B2AFA44}"/>
              </a:ext>
            </a:extLst>
          </p:cNvPr>
          <p:cNvCxnSpPr>
            <a:cxnSpLocks/>
          </p:cNvCxnSpPr>
          <p:nvPr/>
        </p:nvCxnSpPr>
        <p:spPr>
          <a:xfrm>
            <a:off x="-155447" y="3310461"/>
            <a:ext cx="12347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16FD86B-B57B-B75B-4F77-AA6F7681C5B2}"/>
                  </a:ext>
                </a:extLst>
              </p:cNvPr>
              <p:cNvSpPr txBox="1"/>
              <p:nvPr/>
            </p:nvSpPr>
            <p:spPr>
              <a:xfrm>
                <a:off x="2766286" y="3457501"/>
                <a:ext cx="3442490" cy="737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ik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̃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1.4826</m:t>
                          </m:r>
                          <m:r>
                            <a:rPr lang="ru-RU" b="0" i="0" smtClean="0">
                              <a:latin typeface="Cambria Math" panose="02040503050406030204" pitchFamily="18" charset="0"/>
                            </a:rPr>
                            <m:t> ∗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MA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ε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16FD86B-B57B-B75B-4F77-AA6F7681C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6286" y="3457501"/>
                <a:ext cx="3442490" cy="7377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2104B5-A402-9C70-8139-4425E1A95619}"/>
                  </a:ext>
                </a:extLst>
              </p:cNvPr>
              <p:cNvSpPr txBox="1"/>
              <p:nvPr/>
            </p:nvSpPr>
            <p:spPr>
              <a:xfrm>
                <a:off x="3118104" y="4195203"/>
                <a:ext cx="2738854" cy="783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𝑖𝑘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2104B5-A402-9C70-8139-4425E1A95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104" y="4195203"/>
                <a:ext cx="2738854" cy="7838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72904C-B81E-9C2E-E04F-41516050DEBA}"/>
                  </a:ext>
                </a:extLst>
              </p:cNvPr>
              <p:cNvSpPr txBox="1"/>
              <p:nvPr/>
            </p:nvSpPr>
            <p:spPr>
              <a:xfrm>
                <a:off x="3070461" y="4935290"/>
                <a:ext cx="3039654" cy="6958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score</m:t>
                          </m:r>
                        </m:sub>
                      </m:sSub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72904C-B81E-9C2E-E04F-41516050D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461" y="4935290"/>
                <a:ext cx="3039654" cy="6958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E066E719-31D1-3471-2298-45D05E7EFBA0}"/>
              </a:ext>
            </a:extLst>
          </p:cNvPr>
          <p:cNvSpPr txBox="1"/>
          <p:nvPr/>
        </p:nvSpPr>
        <p:spPr>
          <a:xfrm>
            <a:off x="6110115" y="3541195"/>
            <a:ext cx="6148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Anomaly detection</a:t>
            </a:r>
            <a:r>
              <a:rPr lang="ru-RU" dirty="0"/>
              <a:t> identifies unusual multidimensional feature combinations using </a:t>
            </a:r>
            <a:r>
              <a:rPr lang="en-US" b="1" dirty="0"/>
              <a:t>Isolation Forest</a:t>
            </a:r>
            <a:r>
              <a:rPr lang="ru-RU" dirty="0"/>
              <a:t>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64D31DE-C115-6342-2CBB-F7DB72BCB4AA}"/>
                  </a:ext>
                </a:extLst>
              </p:cNvPr>
              <p:cNvSpPr txBox="1"/>
              <p:nvPr/>
            </p:nvSpPr>
            <p:spPr>
              <a:xfrm>
                <a:off x="6240144" y="4748239"/>
                <a:ext cx="218998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64D31DE-C115-6342-2CBB-F7DB72BCB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144" y="4748239"/>
                <a:ext cx="2189988" cy="461665"/>
              </a:xfrm>
              <a:prstGeom prst="rect">
                <a:avLst/>
              </a:prstGeom>
              <a:blipFill>
                <a:blip r:embed="rId8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9AD2A7D-80CA-4654-BCF9-11E3A17D61B4}"/>
              </a:ext>
            </a:extLst>
          </p:cNvPr>
          <p:cNvCxnSpPr>
            <a:cxnSpLocks/>
          </p:cNvCxnSpPr>
          <p:nvPr/>
        </p:nvCxnSpPr>
        <p:spPr>
          <a:xfrm>
            <a:off x="6081278" y="3310461"/>
            <a:ext cx="14088" cy="2638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39C0D00-7C51-AD0E-8018-A546F8ADD3F8}"/>
                  </a:ext>
                </a:extLst>
              </p:cNvPr>
              <p:cNvSpPr txBox="1"/>
              <p:nvPr/>
            </p:nvSpPr>
            <p:spPr>
              <a:xfrm>
                <a:off x="8560161" y="4418259"/>
                <a:ext cx="2992723" cy="764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latin typeface="Cambria Math" panose="02040503050406030204" pitchFamily="18" charset="0"/>
                        </a:rPr>
                        <m:t>A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i="0">
                                              <a:latin typeface="Cambria Math" panose="02040503050406030204" pitchFamily="18" charset="0"/>
                                            </a:rPr>
                                            <m:t>o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i="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</m:d>
                            </m:den>
                          </m:f>
                        </m:sup>
                      </m:sSup>
                      <m:r>
                        <a:rPr lang="en-US" sz="2400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39C0D00-7C51-AD0E-8018-A546F8ADD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161" y="4418259"/>
                <a:ext cx="2992723" cy="7648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7" name="Рисунок 18">
            <a:extLst>
              <a:ext uri="{FF2B5EF4-FFF2-40B4-BE49-F238E27FC236}">
                <a16:creationId xmlns:a16="http://schemas.microsoft.com/office/drawing/2014/main" id="{5164E903-BDF7-B33E-5B9C-57B3E9F6B2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05" y="6339412"/>
            <a:ext cx="1867879" cy="36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28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2CAD8-3587-918D-6168-693559952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ectangles">
            <a:extLst>
              <a:ext uri="{FF2B5EF4-FFF2-40B4-BE49-F238E27FC236}">
                <a16:creationId xmlns:a16="http://schemas.microsoft.com/office/drawing/2014/main" id="{92B123FF-5047-A339-6F1B-CBB998937090}"/>
              </a:ext>
            </a:extLst>
          </p:cNvPr>
          <p:cNvGrpSpPr/>
          <p:nvPr/>
        </p:nvGrpSpPr>
        <p:grpSpPr>
          <a:xfrm>
            <a:off x="-1" y="5949332"/>
            <a:ext cx="12192000" cy="189470"/>
            <a:chOff x="0" y="2512541"/>
            <a:chExt cx="12192000" cy="189470"/>
          </a:xfrm>
        </p:grpSpPr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1858D24B-58CD-7ACB-76CB-B08FDAC6AC92}"/>
                </a:ext>
              </a:extLst>
            </p:cNvPr>
            <p:cNvSpPr/>
            <p:nvPr/>
          </p:nvSpPr>
          <p:spPr>
            <a:xfrm>
              <a:off x="0" y="2512541"/>
              <a:ext cx="3048000" cy="189470"/>
            </a:xfrm>
            <a:prstGeom prst="rect">
              <a:avLst/>
            </a:prstGeom>
            <a:solidFill>
              <a:srgbClr val="ABC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2A0DB04F-6A7E-AF13-2CAB-5C03EB69D304}"/>
                </a:ext>
              </a:extLst>
            </p:cNvPr>
            <p:cNvSpPr/>
            <p:nvPr/>
          </p:nvSpPr>
          <p:spPr>
            <a:xfrm>
              <a:off x="3048000" y="2512541"/>
              <a:ext cx="3048000" cy="189470"/>
            </a:xfrm>
            <a:prstGeom prst="rect">
              <a:avLst/>
            </a:prstGeom>
            <a:solidFill>
              <a:srgbClr val="4F9B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C48280BC-BDAA-B303-DC34-8485ACEB5602}"/>
                </a:ext>
              </a:extLst>
            </p:cNvPr>
            <p:cNvSpPr/>
            <p:nvPr/>
          </p:nvSpPr>
          <p:spPr>
            <a:xfrm>
              <a:off x="6096000" y="2512541"/>
              <a:ext cx="3048000" cy="189470"/>
            </a:xfrm>
            <a:prstGeom prst="rect">
              <a:avLst/>
            </a:prstGeom>
            <a:solidFill>
              <a:srgbClr val="124D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9ABE03E9-81B0-5C4C-425D-B5A3495C14F1}"/>
                </a:ext>
              </a:extLst>
            </p:cNvPr>
            <p:cNvSpPr/>
            <p:nvPr/>
          </p:nvSpPr>
          <p:spPr>
            <a:xfrm>
              <a:off x="9144000" y="2512541"/>
              <a:ext cx="3048000" cy="189470"/>
            </a:xfrm>
            <a:prstGeom prst="rect">
              <a:avLst/>
            </a:prstGeom>
            <a:solidFill>
              <a:srgbClr val="0B2D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" name="page number">
            <a:extLst>
              <a:ext uri="{FF2B5EF4-FFF2-40B4-BE49-F238E27FC236}">
                <a16:creationId xmlns:a16="http://schemas.microsoft.com/office/drawing/2014/main" id="{B0312C20-9473-8DF5-C426-8C4FA494E209}"/>
              </a:ext>
            </a:extLst>
          </p:cNvPr>
          <p:cNvGrpSpPr/>
          <p:nvPr/>
        </p:nvGrpSpPr>
        <p:grpSpPr>
          <a:xfrm>
            <a:off x="10977033" y="6242955"/>
            <a:ext cx="902978" cy="365125"/>
            <a:chOff x="11422855" y="6242955"/>
            <a:chExt cx="457156" cy="365125"/>
          </a:xfrm>
        </p:grpSpPr>
        <p:sp>
          <p:nvSpPr>
            <p:cNvPr id="13" name="page number">
              <a:extLst>
                <a:ext uri="{FF2B5EF4-FFF2-40B4-BE49-F238E27FC236}">
                  <a16:creationId xmlns:a16="http://schemas.microsoft.com/office/drawing/2014/main" id="{CCB67FD8-67B6-B0CB-F6FF-BA9319A1026E}"/>
                </a:ext>
              </a:extLst>
            </p:cNvPr>
            <p:cNvSpPr txBox="1">
              <a:spLocks/>
            </p:cNvSpPr>
            <p:nvPr/>
          </p:nvSpPr>
          <p:spPr>
            <a:xfrm>
              <a:off x="11422855" y="6242955"/>
              <a:ext cx="397669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11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rectangles">
              <a:extLst>
                <a:ext uri="{FF2B5EF4-FFF2-40B4-BE49-F238E27FC236}">
                  <a16:creationId xmlns:a16="http://schemas.microsoft.com/office/drawing/2014/main" id="{DFD2DBAC-3AD3-3367-A26C-F570807C8F94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15" name="rectangle">
                <a:extLst>
                  <a:ext uri="{FF2B5EF4-FFF2-40B4-BE49-F238E27FC236}">
                    <a16:creationId xmlns:a16="http://schemas.microsoft.com/office/drawing/2014/main" id="{491E92DF-CD90-F7C1-9428-8A639A84C79B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rectangle">
                <a:extLst>
                  <a:ext uri="{FF2B5EF4-FFF2-40B4-BE49-F238E27FC236}">
                    <a16:creationId xmlns:a16="http://schemas.microsoft.com/office/drawing/2014/main" id="{C4809330-9663-F46B-0E94-BC0CAF9B4EBE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rectangle">
                <a:extLst>
                  <a:ext uri="{FF2B5EF4-FFF2-40B4-BE49-F238E27FC236}">
                    <a16:creationId xmlns:a16="http://schemas.microsoft.com/office/drawing/2014/main" id="{1B05E195-E886-759D-49AA-C185FC5EE4FE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rectangle">
                <a:extLst>
                  <a:ext uri="{FF2B5EF4-FFF2-40B4-BE49-F238E27FC236}">
                    <a16:creationId xmlns:a16="http://schemas.microsoft.com/office/drawing/2014/main" id="{B0A58D2D-339B-69B4-4DF7-796B5867163B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23" name="Rectangle 34">
            <a:extLst>
              <a:ext uri="{FF2B5EF4-FFF2-40B4-BE49-F238E27FC236}">
                <a16:creationId xmlns:a16="http://schemas.microsoft.com/office/drawing/2014/main" id="{C7A4DC8C-BDC3-5C60-9BD0-038EF85A536F}"/>
              </a:ext>
            </a:extLst>
          </p:cNvPr>
          <p:cNvSpPr/>
          <p:nvPr/>
        </p:nvSpPr>
        <p:spPr>
          <a:xfrm>
            <a:off x="-7666" y="0"/>
            <a:ext cx="12199666" cy="9580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69F5A">
                  <a:lumMod val="20000"/>
                  <a:lumOff val="80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9" name="main title">
            <a:extLst>
              <a:ext uri="{FF2B5EF4-FFF2-40B4-BE49-F238E27FC236}">
                <a16:creationId xmlns:a16="http://schemas.microsoft.com/office/drawing/2014/main" id="{AB365526-1B71-8895-6D4E-50DEA7CD877E}"/>
              </a:ext>
            </a:extLst>
          </p:cNvPr>
          <p:cNvSpPr txBox="1"/>
          <p:nvPr/>
        </p:nvSpPr>
        <p:spPr>
          <a:xfrm>
            <a:off x="78902" y="3962"/>
            <a:ext cx="78946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Mathematical Model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–</a:t>
            </a:r>
            <a:r>
              <a:rPr lang="ru-RU" sz="2800" b="1" dirty="0">
                <a:solidFill>
                  <a:schemeClr val="bg1"/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Final Risk Assessment and Weight Adaptation</a:t>
            </a:r>
            <a:endParaRPr lang="ru-RU" sz="3600" b="1" dirty="0">
              <a:solidFill>
                <a:schemeClr val="bg1"/>
              </a:solidFill>
              <a:latin typeface="Arial Black" panose="020B0A040201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Рисунок 37" descr="Изображение выглядит как текст, логотип, эмблем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1CFBAD23-4133-EACC-815D-988FB17BD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899" y="-197951"/>
            <a:ext cx="2456200" cy="13819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819677-6500-B6A9-F39C-ACA957A240D8}"/>
              </a:ext>
            </a:extLst>
          </p:cNvPr>
          <p:cNvSpPr txBox="1"/>
          <p:nvPr/>
        </p:nvSpPr>
        <p:spPr>
          <a:xfrm>
            <a:off x="158205" y="1063866"/>
            <a:ext cx="7986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1 The final risk combines three components: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F7E12B-9E4E-F849-ADAC-C48577C7AD05}"/>
                  </a:ext>
                </a:extLst>
              </p:cNvPr>
              <p:cNvSpPr txBox="1"/>
              <p:nvPr/>
            </p:nvSpPr>
            <p:spPr>
              <a:xfrm>
                <a:off x="-102155" y="1405208"/>
                <a:ext cx="8411200" cy="488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𝑟𝑢𝑙𝑒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rule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score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𝑎𝑛𝑜𝑚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F7E12B-9E4E-F849-ADAC-C48577C7A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155" y="1405208"/>
                <a:ext cx="8411200" cy="488082"/>
              </a:xfrm>
              <a:prstGeom prst="rect">
                <a:avLst/>
              </a:prstGeom>
              <a:blipFill>
                <a:blip r:embed="rId3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C80814-50D6-64BA-4C1C-69EE13C84624}"/>
                  </a:ext>
                </a:extLst>
              </p:cNvPr>
              <p:cNvSpPr txBox="1"/>
              <p:nvPr/>
            </p:nvSpPr>
            <p:spPr>
              <a:xfrm>
                <a:off x="1044777" y="1768254"/>
                <a:ext cx="61173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𝑟𝑢𝑙𝑒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𝑎𝑛𝑜𝑚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C80814-50D6-64BA-4C1C-69EE13C84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777" y="1768254"/>
                <a:ext cx="6117336" cy="461665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Рисунок 18">
            <a:extLst>
              <a:ext uri="{FF2B5EF4-FFF2-40B4-BE49-F238E27FC236}">
                <a16:creationId xmlns:a16="http://schemas.microsoft.com/office/drawing/2014/main" id="{CCB6891E-936F-0091-D76D-1988B12424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05" y="6339412"/>
            <a:ext cx="1867879" cy="3690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08BEF5-4A26-196D-4A22-43F0440D7954}"/>
                  </a:ext>
                </a:extLst>
              </p:cNvPr>
              <p:cNvSpPr txBox="1"/>
              <p:nvPr/>
            </p:nvSpPr>
            <p:spPr>
              <a:xfrm>
                <a:off x="226870" y="2800186"/>
                <a:ext cx="3666744" cy="1232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0, &amp;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i="0">
                                          <a:latin typeface="Cambria Math" panose="02040503050406030204" pitchFamily="18" charset="0"/>
                                        </a:rPr>
                                        <m:t>o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 &lt;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1, &amp;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 ≤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i="0">
                                          <a:latin typeface="Cambria Math" panose="02040503050406030204" pitchFamily="18" charset="0"/>
                                        </a:rPr>
                                        <m:t>o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 &lt;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2, &amp;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i="0">
                                          <a:latin typeface="Cambria Math" panose="02040503050406030204" pitchFamily="18" charset="0"/>
                                        </a:rPr>
                                        <m:t>o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 ≥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08BEF5-4A26-196D-4A22-43F0440D7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70" y="2800186"/>
                <a:ext cx="3666744" cy="12320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06F01E42-309D-44FE-0668-CCD2CD5E0E06}"/>
              </a:ext>
            </a:extLst>
          </p:cNvPr>
          <p:cNvSpPr txBox="1"/>
          <p:nvPr/>
        </p:nvSpPr>
        <p:spPr>
          <a:xfrm>
            <a:off x="226870" y="2365004"/>
            <a:ext cx="505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2 Threshold-based operation classification</a:t>
            </a:r>
            <a:r>
              <a:rPr lang="en-US" b="1" dirty="0"/>
              <a:t>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0D89E2-D187-8625-6B39-6E3769EA7883}"/>
              </a:ext>
            </a:extLst>
          </p:cNvPr>
          <p:cNvSpPr txBox="1"/>
          <p:nvPr/>
        </p:nvSpPr>
        <p:spPr>
          <a:xfrm>
            <a:off x="3715953" y="2924194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 – Normal operation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0A2DC4-9741-1C82-F7F3-712997B42861}"/>
              </a:ext>
            </a:extLst>
          </p:cNvPr>
          <p:cNvSpPr txBox="1"/>
          <p:nvPr/>
        </p:nvSpPr>
        <p:spPr>
          <a:xfrm>
            <a:off x="3715952" y="3293526"/>
            <a:ext cx="350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 – Suspicious operation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CF440D-22AD-3260-F221-4476B667D41A}"/>
              </a:ext>
            </a:extLst>
          </p:cNvPr>
          <p:cNvSpPr txBox="1"/>
          <p:nvPr/>
        </p:nvSpPr>
        <p:spPr>
          <a:xfrm>
            <a:off x="3715953" y="3654521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 – Critical operation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DC13EC-B13E-EEBC-096C-D66143CE0E37}"/>
              </a:ext>
            </a:extLst>
          </p:cNvPr>
          <p:cNvSpPr txBox="1"/>
          <p:nvPr/>
        </p:nvSpPr>
        <p:spPr>
          <a:xfrm>
            <a:off x="158207" y="4297628"/>
            <a:ext cx="2303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3 Feedback</a:t>
            </a:r>
            <a:r>
              <a:rPr lang="en-US" b="1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898AE77-54EC-D059-7489-D916578D07FA}"/>
                  </a:ext>
                </a:extLst>
              </p:cNvPr>
              <p:cNvSpPr txBox="1"/>
              <p:nvPr/>
            </p:nvSpPr>
            <p:spPr>
              <a:xfrm>
                <a:off x="1138599" y="5089680"/>
                <a:ext cx="18167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{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0;0,5;1</m:t>
                    </m:r>
                  </m:oMath>
                </a14:m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898AE77-54EC-D059-7489-D916578D0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599" y="5089680"/>
                <a:ext cx="1816761" cy="400110"/>
              </a:xfrm>
              <a:prstGeom prst="rect">
                <a:avLst/>
              </a:prstGeom>
              <a:blipFill>
                <a:blip r:embed="rId7"/>
                <a:stretch>
                  <a:fillRect t="-7576" b="-272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C65F5078-3C80-835D-9E63-13D80114C533}"/>
              </a:ext>
            </a:extLst>
          </p:cNvPr>
          <p:cNvSpPr txBox="1"/>
          <p:nvPr/>
        </p:nvSpPr>
        <p:spPr>
          <a:xfrm>
            <a:off x="158206" y="4615021"/>
            <a:ext cx="3777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The operation receives an expert assessment</a:t>
            </a:r>
            <a:r>
              <a:rPr lang="en-US" dirty="0"/>
              <a:t>: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196680-8588-1A8F-6A4D-7AA220E97354}"/>
              </a:ext>
            </a:extLst>
          </p:cNvPr>
          <p:cNvSpPr txBox="1"/>
          <p:nvPr/>
        </p:nvSpPr>
        <p:spPr>
          <a:xfrm>
            <a:off x="8144996" y="1018169"/>
            <a:ext cx="2303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4 Error estimation</a:t>
            </a:r>
            <a:r>
              <a:rPr lang="en-US" b="1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0E20272-1A51-5DA3-F5EA-79BA1533FC67}"/>
                  </a:ext>
                </a:extLst>
              </p:cNvPr>
              <p:cNvSpPr txBox="1"/>
              <p:nvPr/>
            </p:nvSpPr>
            <p:spPr>
              <a:xfrm>
                <a:off x="8603815" y="2202269"/>
                <a:ext cx="2615182" cy="5077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𝓁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0E20272-1A51-5DA3-F5EA-79BA1533F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3815" y="2202269"/>
                <a:ext cx="2615182" cy="5077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6BA71A7C-8926-53C3-5DB3-3239BD87C407}"/>
              </a:ext>
            </a:extLst>
          </p:cNvPr>
          <p:cNvSpPr txBox="1"/>
          <p:nvPr/>
        </p:nvSpPr>
        <p:spPr>
          <a:xfrm>
            <a:off x="8144996" y="1327474"/>
            <a:ext cx="44079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The deviation from the operational assessment is calculated: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8676CC4-1201-F560-1F83-1F7B0036A59B}"/>
              </a:ext>
            </a:extLst>
          </p:cNvPr>
          <p:cNvSpPr txBox="1"/>
          <p:nvPr/>
        </p:nvSpPr>
        <p:spPr>
          <a:xfrm>
            <a:off x="8144996" y="2800924"/>
            <a:ext cx="3385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Mean component error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62B44C2-898B-DECA-CE54-137B0F58A651}"/>
                  </a:ext>
                </a:extLst>
              </p:cNvPr>
              <p:cNvSpPr txBox="1"/>
              <p:nvPr/>
            </p:nvSpPr>
            <p:spPr>
              <a:xfrm>
                <a:off x="8655442" y="3229057"/>
                <a:ext cx="2313432" cy="877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𝓁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62B44C2-898B-DECA-CE54-137B0F58A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5442" y="3229057"/>
                <a:ext cx="2313432" cy="8774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996E4CA9-B388-9E3A-C846-BFB6C713C096}"/>
              </a:ext>
            </a:extLst>
          </p:cNvPr>
          <p:cNvSpPr txBox="1"/>
          <p:nvPr/>
        </p:nvSpPr>
        <p:spPr>
          <a:xfrm>
            <a:off x="4236630" y="4287265"/>
            <a:ext cx="2759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5 Weight update</a:t>
            </a:r>
            <a:r>
              <a:rPr lang="en-US" b="1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407B29F-55A6-B180-1A64-F6219E1468F3}"/>
                  </a:ext>
                </a:extLst>
              </p:cNvPr>
              <p:cNvSpPr txBox="1"/>
              <p:nvPr/>
            </p:nvSpPr>
            <p:spPr>
              <a:xfrm>
                <a:off x="4830734" y="4700489"/>
                <a:ext cx="6628523" cy="809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𝜂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en-US" sz="2000" i="0">
                          <a:latin typeface="Cambria Math" panose="02040503050406030204" pitchFamily="18" charset="0"/>
                        </a:rPr>
                        <m:t>, 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nary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407B29F-55A6-B180-1A64-F6219E146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734" y="4700489"/>
                <a:ext cx="6628523" cy="80990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 64">
            <a:extLst>
              <a:ext uri="{FF2B5EF4-FFF2-40B4-BE49-F238E27FC236}">
                <a16:creationId xmlns:a16="http://schemas.microsoft.com/office/drawing/2014/main" id="{3A1E0542-D424-A2D4-3139-A28F7E63B3F1}"/>
              </a:ext>
            </a:extLst>
          </p:cNvPr>
          <p:cNvSpPr/>
          <p:nvPr/>
        </p:nvSpPr>
        <p:spPr>
          <a:xfrm>
            <a:off x="4236629" y="4297628"/>
            <a:ext cx="7698805" cy="13685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7744FC9-6CF9-6E3A-DDEB-6FEDB26C9572}"/>
              </a:ext>
            </a:extLst>
          </p:cNvPr>
          <p:cNvSpPr/>
          <p:nvPr/>
        </p:nvSpPr>
        <p:spPr>
          <a:xfrm>
            <a:off x="158205" y="4284644"/>
            <a:ext cx="3997416" cy="13685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1FA130A-45D8-5875-7E55-30221530F66B}"/>
              </a:ext>
            </a:extLst>
          </p:cNvPr>
          <p:cNvSpPr/>
          <p:nvPr/>
        </p:nvSpPr>
        <p:spPr>
          <a:xfrm>
            <a:off x="158205" y="2334004"/>
            <a:ext cx="7894664" cy="17506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473A175-5B00-3ACE-3BAC-C1C85BD09F08}"/>
              </a:ext>
            </a:extLst>
          </p:cNvPr>
          <p:cNvSpPr/>
          <p:nvPr/>
        </p:nvSpPr>
        <p:spPr>
          <a:xfrm>
            <a:off x="8144996" y="1062222"/>
            <a:ext cx="3790439" cy="30916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317D367-E7B8-2610-569D-31F8FFB21F99}"/>
              </a:ext>
            </a:extLst>
          </p:cNvPr>
          <p:cNvSpPr/>
          <p:nvPr/>
        </p:nvSpPr>
        <p:spPr>
          <a:xfrm>
            <a:off x="158205" y="1062222"/>
            <a:ext cx="7894664" cy="1136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95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ectangles">
            <a:extLst>
              <a:ext uri="{FF2B5EF4-FFF2-40B4-BE49-F238E27FC236}">
                <a16:creationId xmlns:a16="http://schemas.microsoft.com/office/drawing/2014/main" id="{1D3C2D23-841F-4EF9-9B7C-3DBFE0203329}"/>
              </a:ext>
            </a:extLst>
          </p:cNvPr>
          <p:cNvGrpSpPr/>
          <p:nvPr/>
        </p:nvGrpSpPr>
        <p:grpSpPr>
          <a:xfrm>
            <a:off x="0" y="5374434"/>
            <a:ext cx="12192000" cy="189470"/>
            <a:chOff x="0" y="2512541"/>
            <a:chExt cx="12192000" cy="189470"/>
          </a:xfrm>
        </p:grpSpPr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7608F51B-46F0-4C77-93AF-513543D4814D}"/>
                </a:ext>
              </a:extLst>
            </p:cNvPr>
            <p:cNvSpPr/>
            <p:nvPr/>
          </p:nvSpPr>
          <p:spPr>
            <a:xfrm>
              <a:off x="0" y="2512541"/>
              <a:ext cx="3048000" cy="189470"/>
            </a:xfrm>
            <a:prstGeom prst="rect">
              <a:avLst/>
            </a:prstGeom>
            <a:solidFill>
              <a:srgbClr val="ABC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35A7F428-4552-495D-A7C8-4BA941ACBA26}"/>
                </a:ext>
              </a:extLst>
            </p:cNvPr>
            <p:cNvSpPr/>
            <p:nvPr/>
          </p:nvSpPr>
          <p:spPr>
            <a:xfrm>
              <a:off x="3048000" y="2512541"/>
              <a:ext cx="3048000" cy="189470"/>
            </a:xfrm>
            <a:prstGeom prst="rect">
              <a:avLst/>
            </a:prstGeom>
            <a:solidFill>
              <a:srgbClr val="4F9B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7FB906F2-1BD0-4E7C-867B-D7BD45BE9038}"/>
                </a:ext>
              </a:extLst>
            </p:cNvPr>
            <p:cNvSpPr/>
            <p:nvPr/>
          </p:nvSpPr>
          <p:spPr>
            <a:xfrm>
              <a:off x="6096000" y="2512541"/>
              <a:ext cx="3048000" cy="189470"/>
            </a:xfrm>
            <a:prstGeom prst="rect">
              <a:avLst/>
            </a:prstGeom>
            <a:solidFill>
              <a:srgbClr val="124D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7884C471-BC70-4F0A-97DE-139CC61B5FF7}"/>
                </a:ext>
              </a:extLst>
            </p:cNvPr>
            <p:cNvSpPr/>
            <p:nvPr/>
          </p:nvSpPr>
          <p:spPr>
            <a:xfrm>
              <a:off x="9144000" y="2512541"/>
              <a:ext cx="3048000" cy="189470"/>
            </a:xfrm>
            <a:prstGeom prst="rect">
              <a:avLst/>
            </a:prstGeom>
            <a:solidFill>
              <a:srgbClr val="0B2D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2" name="main title">
            <a:extLst>
              <a:ext uri="{FF2B5EF4-FFF2-40B4-BE49-F238E27FC236}">
                <a16:creationId xmlns:a16="http://schemas.microsoft.com/office/drawing/2014/main" id="{8A1E8062-5803-4264-83E2-CBFD1FAFAD4D}"/>
              </a:ext>
            </a:extLst>
          </p:cNvPr>
          <p:cNvSpPr txBox="1"/>
          <p:nvPr/>
        </p:nvSpPr>
        <p:spPr>
          <a:xfrm>
            <a:off x="4129757" y="5809285"/>
            <a:ext cx="3932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Thank you for your attention!</a:t>
            </a:r>
          </a:p>
        </p:txBody>
      </p:sp>
      <p:pic>
        <p:nvPicPr>
          <p:cNvPr id="3" name="Рисунок 2" descr="Изображение выглядит как на открытом воздухе, небо, дерево, строительство&#10;&#10;Автоматически созданное описание">
            <a:extLst>
              <a:ext uri="{FF2B5EF4-FFF2-40B4-BE49-F238E27FC236}">
                <a16:creationId xmlns:a16="http://schemas.microsoft.com/office/drawing/2014/main" id="{DACC04C5-144B-47C9-D097-0E04A102D7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87"/>
          <a:stretch/>
        </p:blipFill>
        <p:spPr>
          <a:xfrm>
            <a:off x="0" y="0"/>
            <a:ext cx="12192000" cy="535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513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рэу">
      <a:dk1>
        <a:srgbClr val="0B2D50"/>
      </a:dk1>
      <a:lt1>
        <a:sysClr val="window" lastClr="FFFFFF"/>
      </a:lt1>
      <a:dk2>
        <a:srgbClr val="0B2D50"/>
      </a:dk2>
      <a:lt2>
        <a:srgbClr val="FFFFFF"/>
      </a:lt2>
      <a:accent1>
        <a:srgbClr val="0B2D50"/>
      </a:accent1>
      <a:accent2>
        <a:srgbClr val="AB1F03"/>
      </a:accent2>
      <a:accent3>
        <a:srgbClr val="C69F5A"/>
      </a:accent3>
      <a:accent4>
        <a:srgbClr val="1864B0"/>
      </a:accent4>
      <a:accent5>
        <a:srgbClr val="86BAEE"/>
      </a:accent5>
      <a:accent6>
        <a:srgbClr val="2A86E2"/>
      </a:accent6>
      <a:hlink>
        <a:srgbClr val="0563C1"/>
      </a:hlink>
      <a:folHlink>
        <a:srgbClr val="954F72"/>
      </a:folHlink>
    </a:clrScheme>
    <a:fontScheme name="рэу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ustom 3">
      <a:dk1>
        <a:srgbClr val="0B2D50"/>
      </a:dk1>
      <a:lt1>
        <a:sysClr val="window" lastClr="FFFFFF"/>
      </a:lt1>
      <a:dk2>
        <a:srgbClr val="0B2D50"/>
      </a:dk2>
      <a:lt2>
        <a:srgbClr val="FFFFFF"/>
      </a:lt2>
      <a:accent1>
        <a:srgbClr val="C69F5A"/>
      </a:accent1>
      <a:accent2>
        <a:srgbClr val="AB1F03"/>
      </a:accent2>
      <a:accent3>
        <a:srgbClr val="86BAEE"/>
      </a:accent3>
      <a:accent4>
        <a:srgbClr val="0B2D50"/>
      </a:accent4>
      <a:accent5>
        <a:srgbClr val="1864B0"/>
      </a:accent5>
      <a:accent6>
        <a:srgbClr val="2A86E2"/>
      </a:accent6>
      <a:hlink>
        <a:srgbClr val="AB1F03"/>
      </a:hlink>
      <a:folHlink>
        <a:srgbClr val="C69F5A"/>
      </a:folHlink>
    </a:clrScheme>
    <a:fontScheme name="Custom 1">
      <a:majorFont>
        <a:latin typeface="Playfair Display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8553</TotalTime>
  <Words>1116</Words>
  <Application>Microsoft Office PowerPoint</Application>
  <PresentationFormat>Широкоэкранный</PresentationFormat>
  <Paragraphs>267</Paragraphs>
  <Slides>25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25</vt:i4>
      </vt:variant>
    </vt:vector>
  </HeadingPairs>
  <TitlesOfParts>
    <vt:vector size="36" baseType="lpstr">
      <vt:lpstr>Arial</vt:lpstr>
      <vt:lpstr>Arial (Основной текст)</vt:lpstr>
      <vt:lpstr>Arial Black</vt:lpstr>
      <vt:lpstr>Arial Narrow</vt:lpstr>
      <vt:lpstr>Calibri</vt:lpstr>
      <vt:lpstr>Cambria Math</vt:lpstr>
      <vt:lpstr>Open Sans</vt:lpstr>
      <vt:lpstr>Playfair Display</vt:lpstr>
      <vt:lpstr>Playfair Display Black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Бахметьева Татьяна Александровна</dc:creator>
  <cp:lastModifiedBy>scorpdestroy tolodo</cp:lastModifiedBy>
  <cp:revision>131</cp:revision>
  <dcterms:created xsi:type="dcterms:W3CDTF">2022-12-06T06:31:10Z</dcterms:created>
  <dcterms:modified xsi:type="dcterms:W3CDTF">2026-06-09T18:40:58Z</dcterms:modified>
</cp:coreProperties>
</file>